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2" r:id="rId1"/>
    <p:sldMasterId id="2147483760" r:id="rId2"/>
  </p:sldMasterIdLst>
  <p:notesMasterIdLst>
    <p:notesMasterId r:id="rId19"/>
  </p:notesMasterIdLst>
  <p:sldIdLst>
    <p:sldId id="256" r:id="rId3"/>
    <p:sldId id="257" r:id="rId4"/>
    <p:sldId id="258" r:id="rId5"/>
    <p:sldId id="259" r:id="rId6"/>
    <p:sldId id="260" r:id="rId7"/>
    <p:sldId id="261" r:id="rId8"/>
    <p:sldId id="262" r:id="rId9"/>
    <p:sldId id="263" r:id="rId10"/>
    <p:sldId id="264" r:id="rId11"/>
    <p:sldId id="265" r:id="rId12"/>
    <p:sldId id="271" r:id="rId13"/>
    <p:sldId id="266" r:id="rId14"/>
    <p:sldId id="267" r:id="rId15"/>
    <p:sldId id="268" r:id="rId16"/>
    <p:sldId id="270"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DC2308-F573-42DE-B97C-518A08548532}" v="161" dt="2025-05-28T07:06:19.5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apnil Ahire" userId="d65d8aaad751101a" providerId="LiveId" clId="{2EDC2308-F573-42DE-B97C-518A08548532}"/>
    <pc:docChg chg="undo redo custSel addSld delSld modSld sldOrd">
      <pc:chgData name="Swapnil Ahire" userId="d65d8aaad751101a" providerId="LiveId" clId="{2EDC2308-F573-42DE-B97C-518A08548532}" dt="2025-05-28T07:06:11.191" v="7860" actId="207"/>
      <pc:docMkLst>
        <pc:docMk/>
      </pc:docMkLst>
      <pc:sldChg chg="addSp delSp modSp mod setBg addAnim delAnim delDesignElem">
        <pc:chgData name="Swapnil Ahire" userId="d65d8aaad751101a" providerId="LiveId" clId="{2EDC2308-F573-42DE-B97C-518A08548532}" dt="2025-05-28T07:06:11.191" v="7860" actId="207"/>
        <pc:sldMkLst>
          <pc:docMk/>
          <pc:sldMk cId="1803917467" sldId="256"/>
        </pc:sldMkLst>
        <pc:spChg chg="mod ord">
          <ac:chgData name="Swapnil Ahire" userId="d65d8aaad751101a" providerId="LiveId" clId="{2EDC2308-F573-42DE-B97C-518A08548532}" dt="2025-05-28T07:06:10.846" v="7859" actId="207"/>
          <ac:spMkLst>
            <pc:docMk/>
            <pc:sldMk cId="1803917467" sldId="256"/>
            <ac:spMk id="2" creationId="{670B0269-6272-4D16-E332-9EB3F85D1CD7}"/>
          </ac:spMkLst>
        </pc:spChg>
        <pc:spChg chg="mod ord">
          <ac:chgData name="Swapnil Ahire" userId="d65d8aaad751101a" providerId="LiveId" clId="{2EDC2308-F573-42DE-B97C-518A08548532}" dt="2025-05-28T06:56:02.934" v="7817" actId="1076"/>
          <ac:spMkLst>
            <pc:docMk/>
            <pc:sldMk cId="1803917467" sldId="256"/>
            <ac:spMk id="3" creationId="{FA157C8F-3B74-954F-5037-29A3DBF348FF}"/>
          </ac:spMkLst>
        </pc:spChg>
        <pc:spChg chg="add mod">
          <ac:chgData name="Swapnil Ahire" userId="d65d8aaad751101a" providerId="LiveId" clId="{2EDC2308-F573-42DE-B97C-518A08548532}" dt="2025-05-28T07:06:11.191" v="7860" actId="207"/>
          <ac:spMkLst>
            <pc:docMk/>
            <pc:sldMk cId="1803917467" sldId="256"/>
            <ac:spMk id="4" creationId="{A4652202-7AA8-7446-9951-E033EB2F6FFB}"/>
          </ac:spMkLst>
        </pc:spChg>
        <pc:spChg chg="add del mod">
          <ac:chgData name="Swapnil Ahire" userId="d65d8aaad751101a" providerId="LiveId" clId="{2EDC2308-F573-42DE-B97C-518A08548532}" dt="2025-05-28T06:56:32.985" v="7822" actId="478"/>
          <ac:spMkLst>
            <pc:docMk/>
            <pc:sldMk cId="1803917467" sldId="256"/>
            <ac:spMk id="6" creationId="{CF31276F-4C55-577D-0CDB-B86520B58052}"/>
          </ac:spMkLst>
        </pc:spChg>
        <pc:spChg chg="add">
          <ac:chgData name="Swapnil Ahire" userId="d65d8aaad751101a" providerId="LiveId" clId="{2EDC2308-F573-42DE-B97C-518A08548532}" dt="2025-05-28T06:56:20.292" v="7820"/>
          <ac:spMkLst>
            <pc:docMk/>
            <pc:sldMk cId="1803917467" sldId="256"/>
            <ac:spMk id="7" creationId="{8F08E074-5F26-DECF-8599-06A976D42C2B}"/>
          </ac:spMkLst>
        </pc:spChg>
        <pc:spChg chg="add del">
          <ac:chgData name="Swapnil Ahire" userId="d65d8aaad751101a" providerId="LiveId" clId="{2EDC2308-F573-42DE-B97C-518A08548532}" dt="2025-05-28T06:56:32.985" v="7822" actId="478"/>
          <ac:spMkLst>
            <pc:docMk/>
            <pc:sldMk cId="1803917467" sldId="256"/>
            <ac:spMk id="8" creationId="{1CD9DA07-E514-D359-2C53-93C787822C38}"/>
          </ac:spMkLst>
        </pc:spChg>
        <pc:spChg chg="add mod">
          <ac:chgData name="Swapnil Ahire" userId="d65d8aaad751101a" providerId="LiveId" clId="{2EDC2308-F573-42DE-B97C-518A08548532}" dt="2025-05-28T06:59:06.671" v="7848" actId="20577"/>
          <ac:spMkLst>
            <pc:docMk/>
            <pc:sldMk cId="1803917467" sldId="256"/>
            <ac:spMk id="10" creationId="{C9C9FDFA-0F79-1A50-32E2-420D14F1D64D}"/>
          </ac:spMkLst>
        </pc:spChg>
        <pc:picChg chg="add mod ord">
          <ac:chgData name="Swapnil Ahire" userId="d65d8aaad751101a" providerId="LiveId" clId="{2EDC2308-F573-42DE-B97C-518A08548532}" dt="2025-05-26T12:36:02.613" v="130" actId="26606"/>
          <ac:picMkLst>
            <pc:docMk/>
            <pc:sldMk cId="1803917467" sldId="256"/>
            <ac:picMk id="5" creationId="{D74AA755-CDC8-DD3F-A7A2-6BBCB4326FD4}"/>
          </ac:picMkLst>
        </pc:picChg>
        <pc:picChg chg="add mod ord">
          <ac:chgData name="Swapnil Ahire" userId="d65d8aaad751101a" providerId="LiveId" clId="{2EDC2308-F573-42DE-B97C-518A08548532}" dt="2025-05-26T12:36:02.613" v="130" actId="26606"/>
          <ac:picMkLst>
            <pc:docMk/>
            <pc:sldMk cId="1803917467" sldId="256"/>
            <ac:picMk id="9" creationId="{28B6DE32-A939-2400-B218-6551ED0EA248}"/>
          </ac:picMkLst>
        </pc:picChg>
        <pc:picChg chg="mod ord">
          <ac:chgData name="Swapnil Ahire" userId="d65d8aaad751101a" providerId="LiveId" clId="{2EDC2308-F573-42DE-B97C-518A08548532}" dt="2025-05-26T12:36:02.613" v="130" actId="26606"/>
          <ac:picMkLst>
            <pc:docMk/>
            <pc:sldMk cId="1803917467" sldId="256"/>
            <ac:picMk id="11" creationId="{75FA9DB2-AC8F-3C03-D759-572B65429161}"/>
          </ac:picMkLst>
        </pc:picChg>
        <pc:picChg chg="mod">
          <ac:chgData name="Swapnil Ahire" userId="d65d8aaad751101a" providerId="LiveId" clId="{2EDC2308-F573-42DE-B97C-518A08548532}" dt="2025-05-26T12:36:02.613" v="130" actId="26606"/>
          <ac:picMkLst>
            <pc:docMk/>
            <pc:sldMk cId="1803917467" sldId="256"/>
            <ac:picMk id="13" creationId="{AF3323FE-647E-3FC0-02EC-82DCCCF58F7F}"/>
          </ac:picMkLst>
        </pc:picChg>
      </pc:sldChg>
      <pc:sldChg chg="addSp delSp modSp mod">
        <pc:chgData name="Swapnil Ahire" userId="d65d8aaad751101a" providerId="LiveId" clId="{2EDC2308-F573-42DE-B97C-518A08548532}" dt="2025-05-27T08:11:46.599" v="1457" actId="1076"/>
        <pc:sldMkLst>
          <pc:docMk/>
          <pc:sldMk cId="2765241196" sldId="257"/>
        </pc:sldMkLst>
        <pc:spChg chg="add mod">
          <ac:chgData name="Swapnil Ahire" userId="d65d8aaad751101a" providerId="LiveId" clId="{2EDC2308-F573-42DE-B97C-518A08548532}" dt="2025-05-27T08:11:46.599" v="1457" actId="1076"/>
          <ac:spMkLst>
            <pc:docMk/>
            <pc:sldMk cId="2765241196" sldId="257"/>
            <ac:spMk id="2" creationId="{D24B1B91-C9B8-7434-64F7-F1EC23E5844A}"/>
          </ac:spMkLst>
        </pc:spChg>
        <pc:spChg chg="mod">
          <ac:chgData name="Swapnil Ahire" userId="d65d8aaad751101a" providerId="LiveId" clId="{2EDC2308-F573-42DE-B97C-518A08548532}" dt="2025-05-26T12:49:10.336" v="172" actId="5793"/>
          <ac:spMkLst>
            <pc:docMk/>
            <pc:sldMk cId="2765241196" sldId="257"/>
            <ac:spMk id="3" creationId="{A6234144-3DC2-BA5D-467B-81540BD0009A}"/>
          </ac:spMkLst>
        </pc:spChg>
        <pc:picChg chg="add mod">
          <ac:chgData name="Swapnil Ahire" userId="d65d8aaad751101a" providerId="LiveId" clId="{2EDC2308-F573-42DE-B97C-518A08548532}" dt="2025-05-26T12:50:40.067" v="176" actId="1076"/>
          <ac:picMkLst>
            <pc:docMk/>
            <pc:sldMk cId="2765241196" sldId="257"/>
            <ac:picMk id="5" creationId="{06796694-9018-6C36-7F56-656E405AF004}"/>
          </ac:picMkLst>
        </pc:picChg>
        <pc:picChg chg="add mod">
          <ac:chgData name="Swapnil Ahire" userId="d65d8aaad751101a" providerId="LiveId" clId="{2EDC2308-F573-42DE-B97C-518A08548532}" dt="2025-05-26T13:49:51.932" v="196" actId="1076"/>
          <ac:picMkLst>
            <pc:docMk/>
            <pc:sldMk cId="2765241196" sldId="257"/>
            <ac:picMk id="12" creationId="{5A646509-8261-2CD2-D180-6485985602BF}"/>
          </ac:picMkLst>
        </pc:picChg>
      </pc:sldChg>
      <pc:sldChg chg="addSp delSp modSp mod">
        <pc:chgData name="Swapnil Ahire" userId="d65d8aaad751101a" providerId="LiveId" clId="{2EDC2308-F573-42DE-B97C-518A08548532}" dt="2025-05-28T05:13:06.519" v="5803" actId="2711"/>
        <pc:sldMkLst>
          <pc:docMk/>
          <pc:sldMk cId="834510160" sldId="258"/>
        </pc:sldMkLst>
        <pc:spChg chg="add del mod">
          <ac:chgData name="Swapnil Ahire" userId="d65d8aaad751101a" providerId="LiveId" clId="{2EDC2308-F573-42DE-B97C-518A08548532}" dt="2025-05-27T08:52:26.869" v="2328"/>
          <ac:spMkLst>
            <pc:docMk/>
            <pc:sldMk cId="834510160" sldId="258"/>
            <ac:spMk id="2" creationId="{A73B2BA7-FB3A-7B39-BA26-0CF60127C0CB}"/>
          </ac:spMkLst>
        </pc:spChg>
        <pc:spChg chg="del mod">
          <ac:chgData name="Swapnil Ahire" userId="d65d8aaad751101a" providerId="LiveId" clId="{2EDC2308-F573-42DE-B97C-518A08548532}" dt="2025-05-27T08:13:03.995" v="1463" actId="478"/>
          <ac:spMkLst>
            <pc:docMk/>
            <pc:sldMk cId="834510160" sldId="258"/>
            <ac:spMk id="3" creationId="{5EF7D7B3-D89D-C451-B4BB-F2DD0E14225C}"/>
          </ac:spMkLst>
        </pc:spChg>
        <pc:spChg chg="add del mod">
          <ac:chgData name="Swapnil Ahire" userId="d65d8aaad751101a" providerId="LiveId" clId="{2EDC2308-F573-42DE-B97C-518A08548532}" dt="2025-05-27T09:09:04.295" v="2352"/>
          <ac:spMkLst>
            <pc:docMk/>
            <pc:sldMk cId="834510160" sldId="258"/>
            <ac:spMk id="3" creationId="{CC63BE8C-05A6-DF58-2709-CF1FC85C4DBD}"/>
          </ac:spMkLst>
        </pc:spChg>
        <pc:spChg chg="add del mod">
          <ac:chgData name="Swapnil Ahire" userId="d65d8aaad751101a" providerId="LiveId" clId="{2EDC2308-F573-42DE-B97C-518A08548532}" dt="2025-05-27T08:13:12.488" v="1464" actId="478"/>
          <ac:spMkLst>
            <pc:docMk/>
            <pc:sldMk cId="834510160" sldId="258"/>
            <ac:spMk id="4" creationId="{2F309C1E-CD74-3787-D237-57AC2B1A3E65}"/>
          </ac:spMkLst>
        </pc:spChg>
        <pc:spChg chg="add mod">
          <ac:chgData name="Swapnil Ahire" userId="d65d8aaad751101a" providerId="LiveId" clId="{2EDC2308-F573-42DE-B97C-518A08548532}" dt="2025-05-27T09:08:52.322" v="2349" actId="767"/>
          <ac:spMkLst>
            <pc:docMk/>
            <pc:sldMk cId="834510160" sldId="258"/>
            <ac:spMk id="4" creationId="{A400ED07-B257-C451-463B-9A91B1A50BF1}"/>
          </ac:spMkLst>
        </pc:spChg>
        <pc:spChg chg="add mod">
          <ac:chgData name="Swapnil Ahire" userId="d65d8aaad751101a" providerId="LiveId" clId="{2EDC2308-F573-42DE-B97C-518A08548532}" dt="2025-05-27T09:12:36.948" v="2523" actId="313"/>
          <ac:spMkLst>
            <pc:docMk/>
            <pc:sldMk cId="834510160" sldId="258"/>
            <ac:spMk id="5" creationId="{86C32544-A22F-B0DB-7DFF-074CF2595C79}"/>
          </ac:spMkLst>
        </pc:spChg>
        <pc:spChg chg="add del mod">
          <ac:chgData name="Swapnil Ahire" userId="d65d8aaad751101a" providerId="LiveId" clId="{2EDC2308-F573-42DE-B97C-518A08548532}" dt="2025-05-27T08:13:25.242" v="1467"/>
          <ac:spMkLst>
            <pc:docMk/>
            <pc:sldMk cId="834510160" sldId="258"/>
            <ac:spMk id="5" creationId="{B312027E-8CF6-2DEC-295F-E29FAAE93E11}"/>
          </ac:spMkLst>
        </pc:spChg>
        <pc:spChg chg="add mod">
          <ac:chgData name="Swapnil Ahire" userId="d65d8aaad751101a" providerId="LiveId" clId="{2EDC2308-F573-42DE-B97C-518A08548532}" dt="2025-05-28T05:13:06.519" v="5803" actId="2711"/>
          <ac:spMkLst>
            <pc:docMk/>
            <pc:sldMk cId="834510160" sldId="258"/>
            <ac:spMk id="6" creationId="{A0F06F42-4D0D-7C7D-FBC5-3609CBA70287}"/>
          </ac:spMkLst>
        </pc:spChg>
        <pc:graphicFrameChg chg="add mod modGraphic">
          <ac:chgData name="Swapnil Ahire" userId="d65d8aaad751101a" providerId="LiveId" clId="{2EDC2308-F573-42DE-B97C-518A08548532}" dt="2025-05-27T08:12:30.288" v="1458" actId="1076"/>
          <ac:graphicFrameMkLst>
            <pc:docMk/>
            <pc:sldMk cId="834510160" sldId="258"/>
            <ac:graphicFrameMk id="13" creationId="{EA0686EE-265E-585E-81B9-6F732F7E9273}"/>
          </ac:graphicFrameMkLst>
        </pc:graphicFrameChg>
        <pc:graphicFrameChg chg="add mod modGraphic">
          <ac:chgData name="Swapnil Ahire" userId="d65d8aaad751101a" providerId="LiveId" clId="{2EDC2308-F573-42DE-B97C-518A08548532}" dt="2025-05-27T13:31:45.533" v="5708" actId="12385"/>
          <ac:graphicFrameMkLst>
            <pc:docMk/>
            <pc:sldMk cId="834510160" sldId="258"/>
            <ac:graphicFrameMk id="14" creationId="{8154238C-08F1-7A07-9EE0-6219F9D7C2A2}"/>
          </ac:graphicFrameMkLst>
        </pc:graphicFrameChg>
      </pc:sldChg>
      <pc:sldChg chg="addSp delSp modSp new mod">
        <pc:chgData name="Swapnil Ahire" userId="d65d8aaad751101a" providerId="LiveId" clId="{2EDC2308-F573-42DE-B97C-518A08548532}" dt="2025-05-27T09:19:40.526" v="2806" actId="1076"/>
        <pc:sldMkLst>
          <pc:docMk/>
          <pc:sldMk cId="2124774773" sldId="259"/>
        </pc:sldMkLst>
        <pc:spChg chg="mod">
          <ac:chgData name="Swapnil Ahire" userId="d65d8aaad751101a" providerId="LiveId" clId="{2EDC2308-F573-42DE-B97C-518A08548532}" dt="2025-05-26T15:15:17.360" v="237" actId="5793"/>
          <ac:spMkLst>
            <pc:docMk/>
            <pc:sldMk cId="2124774773" sldId="259"/>
            <ac:spMk id="3" creationId="{97A4C888-0BE7-A3F8-5B35-74BC21E75350}"/>
          </ac:spMkLst>
        </pc:spChg>
        <pc:spChg chg="add mod">
          <ac:chgData name="Swapnil Ahire" userId="d65d8aaad751101a" providerId="LiveId" clId="{2EDC2308-F573-42DE-B97C-518A08548532}" dt="2025-05-27T09:19:40.526" v="2806" actId="1076"/>
          <ac:spMkLst>
            <pc:docMk/>
            <pc:sldMk cId="2124774773" sldId="259"/>
            <ac:spMk id="7" creationId="{981F01D4-C4DF-9A47-F096-CD53FDB611F8}"/>
          </ac:spMkLst>
        </pc:spChg>
        <pc:spChg chg="add mod">
          <ac:chgData name="Swapnil Ahire" userId="d65d8aaad751101a" providerId="LiveId" clId="{2EDC2308-F573-42DE-B97C-518A08548532}" dt="2025-05-27T09:14:23.568" v="2556" actId="20577"/>
          <ac:spMkLst>
            <pc:docMk/>
            <pc:sldMk cId="2124774773" sldId="259"/>
            <ac:spMk id="12" creationId="{94C1CB77-A98C-80C2-6551-B5A86299E548}"/>
          </ac:spMkLst>
        </pc:spChg>
        <pc:graphicFrameChg chg="add del mod modGraphic">
          <ac:chgData name="Swapnil Ahire" userId="d65d8aaad751101a" providerId="LiveId" clId="{2EDC2308-F573-42DE-B97C-518A08548532}" dt="2025-05-27T09:03:37.366" v="2337" actId="478"/>
          <ac:graphicFrameMkLst>
            <pc:docMk/>
            <pc:sldMk cId="2124774773" sldId="259"/>
            <ac:graphicFrameMk id="2" creationId="{6DE5ADCF-6C35-5880-509A-EB74DAB66352}"/>
          </ac:graphicFrameMkLst>
        </pc:graphicFrameChg>
        <pc:graphicFrameChg chg="add del mod modGraphic">
          <ac:chgData name="Swapnil Ahire" userId="d65d8aaad751101a" providerId="LiveId" clId="{2EDC2308-F573-42DE-B97C-518A08548532}" dt="2025-05-27T09:06:42.381" v="2341" actId="478"/>
          <ac:graphicFrameMkLst>
            <pc:docMk/>
            <pc:sldMk cId="2124774773" sldId="259"/>
            <ac:graphicFrameMk id="4" creationId="{6B64E838-AC40-D119-CDD4-AE43D4C072E1}"/>
          </ac:graphicFrameMkLst>
        </pc:graphicFrameChg>
        <pc:graphicFrameChg chg="add del mod">
          <ac:chgData name="Swapnil Ahire" userId="d65d8aaad751101a" providerId="LiveId" clId="{2EDC2308-F573-42DE-B97C-518A08548532}" dt="2025-05-27T09:06:18.932" v="2339" actId="478"/>
          <ac:graphicFrameMkLst>
            <pc:docMk/>
            <pc:sldMk cId="2124774773" sldId="259"/>
            <ac:graphicFrameMk id="5" creationId="{F0DD7045-BB01-A351-977A-B4E3C2E2C1E1}"/>
          </ac:graphicFrameMkLst>
        </pc:graphicFrameChg>
        <pc:graphicFrameChg chg="add mod modGraphic">
          <ac:chgData name="Swapnil Ahire" userId="d65d8aaad751101a" providerId="LiveId" clId="{2EDC2308-F573-42DE-B97C-518A08548532}" dt="2025-05-27T09:06:55.162" v="2343" actId="1076"/>
          <ac:graphicFrameMkLst>
            <pc:docMk/>
            <pc:sldMk cId="2124774773" sldId="259"/>
            <ac:graphicFrameMk id="6" creationId="{D2EEA46E-A49F-957F-D15B-1DB63BA3D402}"/>
          </ac:graphicFrameMkLst>
        </pc:graphicFrameChg>
        <pc:graphicFrameChg chg="add mod">
          <ac:chgData name="Swapnil Ahire" userId="d65d8aaad751101a" providerId="LiveId" clId="{2EDC2308-F573-42DE-B97C-518A08548532}" dt="2025-05-26T15:27:49.825" v="258" actId="1076"/>
          <ac:graphicFrameMkLst>
            <pc:docMk/>
            <pc:sldMk cId="2124774773" sldId="259"/>
            <ac:graphicFrameMk id="9" creationId="{FA635777-1C76-3CA7-7662-E23A93CBFAE6}"/>
          </ac:graphicFrameMkLst>
        </pc:graphicFrameChg>
        <pc:graphicFrameChg chg="add mod">
          <ac:chgData name="Swapnil Ahire" userId="d65d8aaad751101a" providerId="LiveId" clId="{2EDC2308-F573-42DE-B97C-518A08548532}" dt="2025-05-26T15:28:14.880" v="260" actId="1076"/>
          <ac:graphicFrameMkLst>
            <pc:docMk/>
            <pc:sldMk cId="2124774773" sldId="259"/>
            <ac:graphicFrameMk id="10" creationId="{74D7CFEE-EDF2-63F4-859D-E4B1DAC638AE}"/>
          </ac:graphicFrameMkLst>
        </pc:graphicFrameChg>
        <pc:graphicFrameChg chg="add mod">
          <ac:chgData name="Swapnil Ahire" userId="d65d8aaad751101a" providerId="LiveId" clId="{2EDC2308-F573-42DE-B97C-518A08548532}" dt="2025-05-27T09:13:59.585" v="2524"/>
          <ac:graphicFrameMkLst>
            <pc:docMk/>
            <pc:sldMk cId="2124774773" sldId="259"/>
            <ac:graphicFrameMk id="11" creationId="{CF9194D4-86E7-6CFC-1C22-E5312B4868BE}"/>
          </ac:graphicFrameMkLst>
        </pc:graphicFrameChg>
        <pc:picChg chg="add mod">
          <ac:chgData name="Swapnil Ahire" userId="d65d8aaad751101a" providerId="LiveId" clId="{2EDC2308-F573-42DE-B97C-518A08548532}" dt="2025-05-26T15:18:04.996" v="248" actId="1076"/>
          <ac:picMkLst>
            <pc:docMk/>
            <pc:sldMk cId="2124774773" sldId="259"/>
            <ac:picMk id="8" creationId="{CAF82EB0-1C6D-68ED-1B2A-B5EBF39610C1}"/>
          </ac:picMkLst>
        </pc:picChg>
      </pc:sldChg>
      <pc:sldChg chg="addSp delSp modSp new mod">
        <pc:chgData name="Swapnil Ahire" userId="d65d8aaad751101a" providerId="LiveId" clId="{2EDC2308-F573-42DE-B97C-518A08548532}" dt="2025-05-28T04:28:14.324" v="5711" actId="1076"/>
        <pc:sldMkLst>
          <pc:docMk/>
          <pc:sldMk cId="1831541338" sldId="260"/>
        </pc:sldMkLst>
        <pc:spChg chg="mod">
          <ac:chgData name="Swapnil Ahire" userId="d65d8aaad751101a" providerId="LiveId" clId="{2EDC2308-F573-42DE-B97C-518A08548532}" dt="2025-05-26T15:34:22.203" v="294" actId="1076"/>
          <ac:spMkLst>
            <pc:docMk/>
            <pc:sldMk cId="1831541338" sldId="260"/>
            <ac:spMk id="3" creationId="{C8FD6CF0-DBC8-20F4-C937-4EF4E5DC8F8F}"/>
          </ac:spMkLst>
        </pc:spChg>
        <pc:spChg chg="add mod">
          <ac:chgData name="Swapnil Ahire" userId="d65d8aaad751101a" providerId="LiveId" clId="{2EDC2308-F573-42DE-B97C-518A08548532}" dt="2025-05-27T10:11:50.038" v="3209" actId="20577"/>
          <ac:spMkLst>
            <pc:docMk/>
            <pc:sldMk cId="1831541338" sldId="260"/>
            <ac:spMk id="4" creationId="{E44C92D9-3312-521D-A8D2-00FD860D888F}"/>
          </ac:spMkLst>
        </pc:spChg>
        <pc:spChg chg="add mod">
          <ac:chgData name="Swapnil Ahire" userId="d65d8aaad751101a" providerId="LiveId" clId="{2EDC2308-F573-42DE-B97C-518A08548532}" dt="2025-05-27T10:27:45.275" v="3574" actId="1076"/>
          <ac:spMkLst>
            <pc:docMk/>
            <pc:sldMk cId="1831541338" sldId="260"/>
            <ac:spMk id="7" creationId="{F0B75ADB-9D30-033D-ABDF-4EDD1908C079}"/>
          </ac:spMkLst>
        </pc:spChg>
        <pc:graphicFrameChg chg="add mod modGraphic">
          <ac:chgData name="Swapnil Ahire" userId="d65d8aaad751101a" providerId="LiveId" clId="{2EDC2308-F573-42DE-B97C-518A08548532}" dt="2025-05-27T03:22:34.752" v="302" actId="14100"/>
          <ac:graphicFrameMkLst>
            <pc:docMk/>
            <pc:sldMk cId="1831541338" sldId="260"/>
            <ac:graphicFrameMk id="2" creationId="{0D007F49-AC6F-F1A9-46D1-355B91DE7E60}"/>
          </ac:graphicFrameMkLst>
        </pc:graphicFrameChg>
        <pc:picChg chg="add mod">
          <ac:chgData name="Swapnil Ahire" userId="d65d8aaad751101a" providerId="LiveId" clId="{2EDC2308-F573-42DE-B97C-518A08548532}" dt="2025-05-28T04:28:14.324" v="5711" actId="1076"/>
          <ac:picMkLst>
            <pc:docMk/>
            <pc:sldMk cId="1831541338" sldId="260"/>
            <ac:picMk id="5" creationId="{B99CE7B0-79A1-4CFA-1D7F-B27AF87B69B1}"/>
          </ac:picMkLst>
        </pc:picChg>
      </pc:sldChg>
      <pc:sldChg chg="addSp delSp modSp new mod setBg delDesignElem">
        <pc:chgData name="Swapnil Ahire" userId="d65d8aaad751101a" providerId="LiveId" clId="{2EDC2308-F573-42DE-B97C-518A08548532}" dt="2025-05-28T07:02:10.324" v="7854"/>
        <pc:sldMkLst>
          <pc:docMk/>
          <pc:sldMk cId="539917680" sldId="261"/>
        </pc:sldMkLst>
        <pc:spChg chg="del">
          <ac:chgData name="Swapnil Ahire" userId="d65d8aaad751101a" providerId="LiveId" clId="{2EDC2308-F573-42DE-B97C-518A08548532}" dt="2025-05-27T03:22:51.531" v="308" actId="478"/>
          <ac:spMkLst>
            <pc:docMk/>
            <pc:sldMk cId="539917680" sldId="261"/>
            <ac:spMk id="2" creationId="{72E3F741-E9A8-C636-5CB6-0B894951C425}"/>
          </ac:spMkLst>
        </pc:spChg>
        <pc:spChg chg="mod">
          <ac:chgData name="Swapnil Ahire" userId="d65d8aaad751101a" providerId="LiveId" clId="{2EDC2308-F573-42DE-B97C-518A08548532}" dt="2025-05-27T10:16:33.908" v="3216" actId="1076"/>
          <ac:spMkLst>
            <pc:docMk/>
            <pc:sldMk cId="539917680" sldId="261"/>
            <ac:spMk id="3" creationId="{2190B225-4705-62E9-CA04-E7DE7A9D443B}"/>
          </ac:spMkLst>
        </pc:spChg>
        <pc:spChg chg="add del mod">
          <ac:chgData name="Swapnil Ahire" userId="d65d8aaad751101a" providerId="LiveId" clId="{2EDC2308-F573-42DE-B97C-518A08548532}" dt="2025-05-27T10:19:35.717" v="3224"/>
          <ac:spMkLst>
            <pc:docMk/>
            <pc:sldMk cId="539917680" sldId="261"/>
            <ac:spMk id="5" creationId="{85DE4667-CC0E-A0C5-15DA-C54F7287FE7A}"/>
          </ac:spMkLst>
        </pc:spChg>
        <pc:spChg chg="add mod">
          <ac:chgData name="Swapnil Ahire" userId="d65d8aaad751101a" providerId="LiveId" clId="{2EDC2308-F573-42DE-B97C-518A08548532}" dt="2025-05-27T10:40:01.771" v="3628" actId="20577"/>
          <ac:spMkLst>
            <pc:docMk/>
            <pc:sldMk cId="539917680" sldId="261"/>
            <ac:spMk id="7" creationId="{28FED5E8-6864-1A97-D68D-416C04E7E729}"/>
          </ac:spMkLst>
        </pc:spChg>
        <pc:spChg chg="add del">
          <ac:chgData name="Swapnil Ahire" userId="d65d8aaad751101a" providerId="LiveId" clId="{2EDC2308-F573-42DE-B97C-518A08548532}" dt="2025-05-27T03:49:10.466" v="331" actId="26606"/>
          <ac:spMkLst>
            <pc:docMk/>
            <pc:sldMk cId="539917680" sldId="261"/>
            <ac:spMk id="9" creationId="{0E3596DD-156A-473E-9BB3-C6A29F7574E9}"/>
          </ac:spMkLst>
        </pc:spChg>
        <pc:spChg chg="add del">
          <ac:chgData name="Swapnil Ahire" userId="d65d8aaad751101a" providerId="LiveId" clId="{2EDC2308-F573-42DE-B97C-518A08548532}" dt="2025-05-27T03:49:10.466" v="331" actId="26606"/>
          <ac:spMkLst>
            <pc:docMk/>
            <pc:sldMk cId="539917680" sldId="261"/>
            <ac:spMk id="11" creationId="{2C46C4D6-C474-4E92-B52E-944C1118F7B6}"/>
          </ac:spMkLst>
        </pc:spChg>
        <pc:spChg chg="add del">
          <ac:chgData name="Swapnil Ahire" userId="d65d8aaad751101a" providerId="LiveId" clId="{2EDC2308-F573-42DE-B97C-518A08548532}" dt="2025-05-27T03:49:12.100" v="334" actId="26606"/>
          <ac:spMkLst>
            <pc:docMk/>
            <pc:sldMk cId="539917680" sldId="261"/>
            <ac:spMk id="13" creationId="{AC8F6C8C-AB5A-4548-942D-E3FD40ACBC49}"/>
          </ac:spMkLst>
        </pc:spChg>
        <pc:spChg chg="add del">
          <ac:chgData name="Swapnil Ahire" userId="d65d8aaad751101a" providerId="LiveId" clId="{2EDC2308-F573-42DE-B97C-518A08548532}" dt="2025-05-27T03:49:12.100" v="334" actId="26606"/>
          <ac:spMkLst>
            <pc:docMk/>
            <pc:sldMk cId="539917680" sldId="261"/>
            <ac:spMk id="14" creationId="{979E27D9-03C7-44E2-9FF8-15D0C8506AF7}"/>
          </ac:spMkLst>
        </pc:spChg>
        <pc:spChg chg="add del">
          <ac:chgData name="Swapnil Ahire" userId="d65d8aaad751101a" providerId="LiveId" clId="{2EDC2308-F573-42DE-B97C-518A08548532}" dt="2025-05-27T03:49:12.100" v="334" actId="26606"/>
          <ac:spMkLst>
            <pc:docMk/>
            <pc:sldMk cId="539917680" sldId="261"/>
            <ac:spMk id="15" creationId="{EEBF1590-3B36-48EE-A89D-3B6F3CB256AB}"/>
          </ac:spMkLst>
        </pc:spChg>
        <pc:spChg chg="add del">
          <ac:chgData name="Swapnil Ahire" userId="d65d8aaad751101a" providerId="LiveId" clId="{2EDC2308-F573-42DE-B97C-518A08548532}" dt="2025-05-27T03:49:14.379" v="337" actId="26606"/>
          <ac:spMkLst>
            <pc:docMk/>
            <pc:sldMk cId="539917680" sldId="261"/>
            <ac:spMk id="17" creationId="{0E3596DD-156A-473E-9BB3-C6A29F7574E9}"/>
          </ac:spMkLst>
        </pc:spChg>
        <pc:spChg chg="add del">
          <ac:chgData name="Swapnil Ahire" userId="d65d8aaad751101a" providerId="LiveId" clId="{2EDC2308-F573-42DE-B97C-518A08548532}" dt="2025-05-27T03:49:14.379" v="337" actId="26606"/>
          <ac:spMkLst>
            <pc:docMk/>
            <pc:sldMk cId="539917680" sldId="261"/>
            <ac:spMk id="18" creationId="{2C46C4D6-C474-4E92-B52E-944C1118F7B6}"/>
          </ac:spMkLst>
        </pc:spChg>
        <pc:spChg chg="add del">
          <ac:chgData name="Swapnil Ahire" userId="d65d8aaad751101a" providerId="LiveId" clId="{2EDC2308-F573-42DE-B97C-518A08548532}" dt="2025-05-27T03:49:33.982" v="343" actId="26606"/>
          <ac:spMkLst>
            <pc:docMk/>
            <pc:sldMk cId="539917680" sldId="261"/>
            <ac:spMk id="19" creationId="{B91ECDA9-56DC-4270-8F33-01C5637B8CEB}"/>
          </ac:spMkLst>
        </pc:spChg>
        <pc:spChg chg="add del">
          <ac:chgData name="Swapnil Ahire" userId="d65d8aaad751101a" providerId="LiveId" clId="{2EDC2308-F573-42DE-B97C-518A08548532}" dt="2025-05-27T03:49:20.329" v="340" actId="26606"/>
          <ac:spMkLst>
            <pc:docMk/>
            <pc:sldMk cId="539917680" sldId="261"/>
            <ac:spMk id="20" creationId="{979E27D9-03C7-44E2-9FF8-15D0C8506AF7}"/>
          </ac:spMkLst>
        </pc:spChg>
        <pc:spChg chg="add del">
          <ac:chgData name="Swapnil Ahire" userId="d65d8aaad751101a" providerId="LiveId" clId="{2EDC2308-F573-42DE-B97C-518A08548532}" dt="2025-05-27T03:49:20.329" v="340" actId="26606"/>
          <ac:spMkLst>
            <pc:docMk/>
            <pc:sldMk cId="539917680" sldId="261"/>
            <ac:spMk id="21" creationId="{EEBF1590-3B36-48EE-A89D-3B6F3CB256AB}"/>
          </ac:spMkLst>
        </pc:spChg>
        <pc:spChg chg="add del">
          <ac:chgData name="Swapnil Ahire" userId="d65d8aaad751101a" providerId="LiveId" clId="{2EDC2308-F573-42DE-B97C-518A08548532}" dt="2025-05-27T03:49:20.329" v="340" actId="26606"/>
          <ac:spMkLst>
            <pc:docMk/>
            <pc:sldMk cId="539917680" sldId="261"/>
            <ac:spMk id="22" creationId="{AC8F6C8C-AB5A-4548-942D-E3FD40ACBC49}"/>
          </ac:spMkLst>
        </pc:spChg>
        <pc:spChg chg="add del">
          <ac:chgData name="Swapnil Ahire" userId="d65d8aaad751101a" providerId="LiveId" clId="{2EDC2308-F573-42DE-B97C-518A08548532}" dt="2025-05-27T03:49:33.982" v="343" actId="26606"/>
          <ac:spMkLst>
            <pc:docMk/>
            <pc:sldMk cId="539917680" sldId="261"/>
            <ac:spMk id="23" creationId="{FEC9DA3E-C1D7-472D-B7C0-F71AE41FBA23}"/>
          </ac:spMkLst>
        </pc:spChg>
        <pc:spChg chg="add del">
          <ac:chgData name="Swapnil Ahire" userId="d65d8aaad751101a" providerId="LiveId" clId="{2EDC2308-F573-42DE-B97C-518A08548532}" dt="2025-05-27T03:49:33.982" v="343" actId="26606"/>
          <ac:spMkLst>
            <pc:docMk/>
            <pc:sldMk cId="539917680" sldId="261"/>
            <ac:spMk id="24" creationId="{1CD81A2A-6ED4-4EF4-A14C-912D31E14800}"/>
          </ac:spMkLst>
        </pc:spChg>
        <pc:spChg chg="add del">
          <ac:chgData name="Swapnil Ahire" userId="d65d8aaad751101a" providerId="LiveId" clId="{2EDC2308-F573-42DE-B97C-518A08548532}" dt="2025-05-27T03:49:33.982" v="343" actId="26606"/>
          <ac:spMkLst>
            <pc:docMk/>
            <pc:sldMk cId="539917680" sldId="261"/>
            <ac:spMk id="25" creationId="{1661932C-CA15-4E17-B115-FAE7CBEE4789}"/>
          </ac:spMkLst>
        </pc:spChg>
        <pc:spChg chg="add del">
          <ac:chgData name="Swapnil Ahire" userId="d65d8aaad751101a" providerId="LiveId" clId="{2EDC2308-F573-42DE-B97C-518A08548532}" dt="2025-05-27T03:49:33.982" v="343" actId="26606"/>
          <ac:spMkLst>
            <pc:docMk/>
            <pc:sldMk cId="539917680" sldId="261"/>
            <ac:spMk id="26" creationId="{8590ADD5-9383-4D3D-9047-3DA2593CCB5D}"/>
          </ac:spMkLst>
        </pc:spChg>
        <pc:spChg chg="add del">
          <ac:chgData name="Swapnil Ahire" userId="d65d8aaad751101a" providerId="LiveId" clId="{2EDC2308-F573-42DE-B97C-518A08548532}" dt="2025-05-27T03:49:33.982" v="343" actId="26606"/>
          <ac:spMkLst>
            <pc:docMk/>
            <pc:sldMk cId="539917680" sldId="261"/>
            <ac:spMk id="27" creationId="{DABE3E45-88CF-45D8-8D40-C773324D93F6}"/>
          </ac:spMkLst>
        </pc:spChg>
        <pc:spChg chg="add del">
          <ac:chgData name="Swapnil Ahire" userId="d65d8aaad751101a" providerId="LiveId" clId="{2EDC2308-F573-42DE-B97C-518A08548532}" dt="2025-05-27T03:49:33.982" v="343" actId="26606"/>
          <ac:spMkLst>
            <pc:docMk/>
            <pc:sldMk cId="539917680" sldId="261"/>
            <ac:spMk id="29" creationId="{75F47824-961D-465D-84F9-EAE11BC6173B}"/>
          </ac:spMkLst>
        </pc:spChg>
        <pc:spChg chg="add del">
          <ac:chgData name="Swapnil Ahire" userId="d65d8aaad751101a" providerId="LiveId" clId="{2EDC2308-F573-42DE-B97C-518A08548532}" dt="2025-05-27T03:49:40.191" v="346" actId="26606"/>
          <ac:spMkLst>
            <pc:docMk/>
            <pc:sldMk cId="539917680" sldId="261"/>
            <ac:spMk id="31" creationId="{DBC6133C-0615-4CE4-9132-37E609A9BDFA}"/>
          </ac:spMkLst>
        </pc:spChg>
        <pc:spChg chg="add del">
          <ac:chgData name="Swapnil Ahire" userId="d65d8aaad751101a" providerId="LiveId" clId="{2EDC2308-F573-42DE-B97C-518A08548532}" dt="2025-05-27T03:49:40.191" v="346" actId="26606"/>
          <ac:spMkLst>
            <pc:docMk/>
            <pc:sldMk cId="539917680" sldId="261"/>
            <ac:spMk id="32" creationId="{169CC832-2974-4E8D-90ED-3E2941BA7336}"/>
          </ac:spMkLst>
        </pc:spChg>
        <pc:spChg chg="add del">
          <ac:chgData name="Swapnil Ahire" userId="d65d8aaad751101a" providerId="LiveId" clId="{2EDC2308-F573-42DE-B97C-518A08548532}" dt="2025-05-27T03:49:40.191" v="346" actId="26606"/>
          <ac:spMkLst>
            <pc:docMk/>
            <pc:sldMk cId="539917680" sldId="261"/>
            <ac:spMk id="33" creationId="{55222F96-971A-4F90-B841-6BAB416C7AC1}"/>
          </ac:spMkLst>
        </pc:spChg>
        <pc:spChg chg="add del">
          <ac:chgData name="Swapnil Ahire" userId="d65d8aaad751101a" providerId="LiveId" clId="{2EDC2308-F573-42DE-B97C-518A08548532}" dt="2025-05-27T03:49:40.191" v="346" actId="26606"/>
          <ac:spMkLst>
            <pc:docMk/>
            <pc:sldMk cId="539917680" sldId="261"/>
            <ac:spMk id="34" creationId="{08980754-6F4B-43C9-B9BE-127B6BED6586}"/>
          </ac:spMkLst>
        </pc:spChg>
        <pc:spChg chg="add del">
          <ac:chgData name="Swapnil Ahire" userId="d65d8aaad751101a" providerId="LiveId" clId="{2EDC2308-F573-42DE-B97C-518A08548532}" dt="2025-05-27T03:49:40.191" v="346" actId="26606"/>
          <ac:spMkLst>
            <pc:docMk/>
            <pc:sldMk cId="539917680" sldId="261"/>
            <ac:spMk id="35" creationId="{2C1BBA94-3F40-40AA-8BB9-E69E25E537C1}"/>
          </ac:spMkLst>
        </pc:spChg>
        <pc:spChg chg="add del">
          <ac:chgData name="Swapnil Ahire" userId="d65d8aaad751101a" providerId="LiveId" clId="{2EDC2308-F573-42DE-B97C-518A08548532}" dt="2025-05-27T03:50:02.347" v="349" actId="26606"/>
          <ac:spMkLst>
            <pc:docMk/>
            <pc:sldMk cId="539917680" sldId="261"/>
            <ac:spMk id="37" creationId="{1A95671B-3CC6-4792-9114-B74FAEA224E6}"/>
          </ac:spMkLst>
        </pc:spChg>
        <pc:spChg chg="add del">
          <ac:chgData name="Swapnil Ahire" userId="d65d8aaad751101a" providerId="LiveId" clId="{2EDC2308-F573-42DE-B97C-518A08548532}" dt="2025-05-27T03:50:07.228" v="352" actId="26606"/>
          <ac:spMkLst>
            <pc:docMk/>
            <pc:sldMk cId="539917680" sldId="261"/>
            <ac:spMk id="39" creationId="{2B97F24A-32CE-4C1C-A50D-3016B394DCFB}"/>
          </ac:spMkLst>
        </pc:spChg>
        <pc:spChg chg="add del">
          <ac:chgData name="Swapnil Ahire" userId="d65d8aaad751101a" providerId="LiveId" clId="{2EDC2308-F573-42DE-B97C-518A08548532}" dt="2025-05-27T03:50:07.228" v="352" actId="26606"/>
          <ac:spMkLst>
            <pc:docMk/>
            <pc:sldMk cId="539917680" sldId="261"/>
            <ac:spMk id="40" creationId="{CD8B4F24-440B-49E9-B85D-733523DC064B}"/>
          </ac:spMkLst>
        </pc:spChg>
        <pc:spChg chg="add del">
          <ac:chgData name="Swapnil Ahire" userId="d65d8aaad751101a" providerId="LiveId" clId="{2EDC2308-F573-42DE-B97C-518A08548532}" dt="2025-05-27T03:50:12.824" v="355" actId="26606"/>
          <ac:spMkLst>
            <pc:docMk/>
            <pc:sldMk cId="539917680" sldId="261"/>
            <ac:spMk id="42" creationId="{1A95671B-3CC6-4792-9114-B74FAEA224E6}"/>
          </ac:spMkLst>
        </pc:spChg>
        <pc:spChg chg="add del">
          <ac:chgData name="Swapnil Ahire" userId="d65d8aaad751101a" providerId="LiveId" clId="{2EDC2308-F573-42DE-B97C-518A08548532}" dt="2025-05-27T03:50:16.519" v="358" actId="26606"/>
          <ac:spMkLst>
            <pc:docMk/>
            <pc:sldMk cId="539917680" sldId="261"/>
            <ac:spMk id="44" creationId="{2B97F24A-32CE-4C1C-A50D-3016B394DCFB}"/>
          </ac:spMkLst>
        </pc:spChg>
        <pc:spChg chg="add del">
          <ac:chgData name="Swapnil Ahire" userId="d65d8aaad751101a" providerId="LiveId" clId="{2EDC2308-F573-42DE-B97C-518A08548532}" dt="2025-05-27T03:50:16.519" v="358" actId="26606"/>
          <ac:spMkLst>
            <pc:docMk/>
            <pc:sldMk cId="539917680" sldId="261"/>
            <ac:spMk id="45" creationId="{6357EC4F-235E-4222-A36F-C7878ACE37F2}"/>
          </ac:spMkLst>
        </pc:spChg>
        <pc:spChg chg="add del">
          <ac:chgData name="Swapnil Ahire" userId="d65d8aaad751101a" providerId="LiveId" clId="{2EDC2308-F573-42DE-B97C-518A08548532}" dt="2025-05-27T03:50:20.425" v="361" actId="26606"/>
          <ac:spMkLst>
            <pc:docMk/>
            <pc:sldMk cId="539917680" sldId="261"/>
            <ac:spMk id="47" creationId="{1A95671B-3CC6-4792-9114-B74FAEA224E6}"/>
          </ac:spMkLst>
        </pc:spChg>
        <pc:spChg chg="add del">
          <ac:chgData name="Swapnil Ahire" userId="d65d8aaad751101a" providerId="LiveId" clId="{2EDC2308-F573-42DE-B97C-518A08548532}" dt="2025-05-27T03:50:23.434" v="364" actId="26606"/>
          <ac:spMkLst>
            <pc:docMk/>
            <pc:sldMk cId="539917680" sldId="261"/>
            <ac:spMk id="49" creationId="{2B97F24A-32CE-4C1C-A50D-3016B394DCFB}"/>
          </ac:spMkLst>
        </pc:spChg>
        <pc:spChg chg="add del">
          <ac:chgData name="Swapnil Ahire" userId="d65d8aaad751101a" providerId="LiveId" clId="{2EDC2308-F573-42DE-B97C-518A08548532}" dt="2025-05-27T03:50:23.434" v="364" actId="26606"/>
          <ac:spMkLst>
            <pc:docMk/>
            <pc:sldMk cId="539917680" sldId="261"/>
            <ac:spMk id="50" creationId="{6357EC4F-235E-4222-A36F-C7878ACE37F2}"/>
          </ac:spMkLst>
        </pc:spChg>
        <pc:spChg chg="add del">
          <ac:chgData name="Swapnil Ahire" userId="d65d8aaad751101a" providerId="LiveId" clId="{2EDC2308-F573-42DE-B97C-518A08548532}" dt="2025-05-28T07:02:10.324" v="7854"/>
          <ac:spMkLst>
            <pc:docMk/>
            <pc:sldMk cId="539917680" sldId="261"/>
            <ac:spMk id="52" creationId="{1A95671B-3CC6-4792-9114-B74FAEA224E6}"/>
          </ac:spMkLst>
        </pc:spChg>
        <pc:graphicFrameChg chg="add mod">
          <ac:chgData name="Swapnil Ahire" userId="d65d8aaad751101a" providerId="LiveId" clId="{2EDC2308-F573-42DE-B97C-518A08548532}" dt="2025-05-27T10:16:44.471" v="3217" actId="1076"/>
          <ac:graphicFrameMkLst>
            <pc:docMk/>
            <pc:sldMk cId="539917680" sldId="261"/>
            <ac:graphicFrameMk id="4" creationId="{83B2215C-BC6C-4816-B8CF-D47442A88546}"/>
          </ac:graphicFrameMkLst>
        </pc:graphicFrameChg>
        <pc:graphicFrameChg chg="add del mod">
          <ac:chgData name="Swapnil Ahire" userId="d65d8aaad751101a" providerId="LiveId" clId="{2EDC2308-F573-42DE-B97C-518A08548532}" dt="2025-05-27T10:19:35.716" v="3222" actId="478"/>
          <ac:graphicFrameMkLst>
            <pc:docMk/>
            <pc:sldMk cId="539917680" sldId="261"/>
            <ac:graphicFrameMk id="6" creationId="{83B2215C-BC6C-4816-B8CF-D47442A88546}"/>
          </ac:graphicFrameMkLst>
        </pc:graphicFrameChg>
        <pc:cxnChg chg="add del">
          <ac:chgData name="Swapnil Ahire" userId="d65d8aaad751101a" providerId="LiveId" clId="{2EDC2308-F573-42DE-B97C-518A08548532}" dt="2025-05-27T03:49:33.982" v="343" actId="26606"/>
          <ac:cxnSpMkLst>
            <pc:docMk/>
            <pc:sldMk cId="539917680" sldId="261"/>
            <ac:cxnSpMk id="28" creationId="{49CD1692-827B-4C8D-B4A1-134FD04CF45C}"/>
          </ac:cxnSpMkLst>
        </pc:cxnChg>
      </pc:sldChg>
      <pc:sldChg chg="addSp delSp modSp new mod setBg">
        <pc:chgData name="Swapnil Ahire" userId="d65d8aaad751101a" providerId="LiveId" clId="{2EDC2308-F573-42DE-B97C-518A08548532}" dt="2025-05-28T04:31:57.572" v="5715" actId="1076"/>
        <pc:sldMkLst>
          <pc:docMk/>
          <pc:sldMk cId="699708183" sldId="262"/>
        </pc:sldMkLst>
        <pc:spChg chg="del">
          <ac:chgData name="Swapnil Ahire" userId="d65d8aaad751101a" providerId="LiveId" clId="{2EDC2308-F573-42DE-B97C-518A08548532}" dt="2025-05-27T03:53:00.781" v="368" actId="478"/>
          <ac:spMkLst>
            <pc:docMk/>
            <pc:sldMk cId="699708183" sldId="262"/>
            <ac:spMk id="2" creationId="{5479AC9C-8D59-D6C8-90F5-48AFE06F58F3}"/>
          </ac:spMkLst>
        </pc:spChg>
        <pc:spChg chg="del mod ord">
          <ac:chgData name="Swapnil Ahire" userId="d65d8aaad751101a" providerId="LiveId" clId="{2EDC2308-F573-42DE-B97C-518A08548532}" dt="2025-05-27T10:53:14.847" v="3652" actId="478"/>
          <ac:spMkLst>
            <pc:docMk/>
            <pc:sldMk cId="699708183" sldId="262"/>
            <ac:spMk id="3" creationId="{FC6D6E77-8A52-944E-EF29-BA9939AF852D}"/>
          </ac:spMkLst>
        </pc:spChg>
        <pc:spChg chg="add del">
          <ac:chgData name="Swapnil Ahire" userId="d65d8aaad751101a" providerId="LiveId" clId="{2EDC2308-F573-42DE-B97C-518A08548532}" dt="2025-05-27T03:54:55.407" v="386" actId="26606"/>
          <ac:spMkLst>
            <pc:docMk/>
            <pc:sldMk cId="699708183" sldId="262"/>
            <ac:spMk id="10" creationId="{327D73B4-9F5C-4A64-A179-51B9500CB8B5}"/>
          </ac:spMkLst>
        </pc:spChg>
        <pc:spChg chg="add del">
          <ac:chgData name="Swapnil Ahire" userId="d65d8aaad751101a" providerId="LiveId" clId="{2EDC2308-F573-42DE-B97C-518A08548532}" dt="2025-05-27T03:54:55.407" v="386" actId="26606"/>
          <ac:spMkLst>
            <pc:docMk/>
            <pc:sldMk cId="699708183" sldId="262"/>
            <ac:spMk id="12" creationId="{C1F06963-6374-4B48-844F-071A9BAAAE02}"/>
          </ac:spMkLst>
        </pc:spChg>
        <pc:spChg chg="add del">
          <ac:chgData name="Swapnil Ahire" userId="d65d8aaad751101a" providerId="LiveId" clId="{2EDC2308-F573-42DE-B97C-518A08548532}" dt="2025-05-27T03:54:55.407" v="386" actId="26606"/>
          <ac:spMkLst>
            <pc:docMk/>
            <pc:sldMk cId="699708183" sldId="262"/>
            <ac:spMk id="14" creationId="{6CB927A4-E432-4310-9CD5-E89FF5063179}"/>
          </ac:spMkLst>
        </pc:spChg>
        <pc:spChg chg="add del">
          <ac:chgData name="Swapnil Ahire" userId="d65d8aaad751101a" providerId="LiveId" clId="{2EDC2308-F573-42DE-B97C-518A08548532}" dt="2025-05-27T03:54:55.407" v="386" actId="26606"/>
          <ac:spMkLst>
            <pc:docMk/>
            <pc:sldMk cId="699708183" sldId="262"/>
            <ac:spMk id="16" creationId="{1453BF6C-B012-48B7-B4E8-6D7AC7C27D02}"/>
          </ac:spMkLst>
        </pc:spChg>
        <pc:spChg chg="add del">
          <ac:chgData name="Swapnil Ahire" userId="d65d8aaad751101a" providerId="LiveId" clId="{2EDC2308-F573-42DE-B97C-518A08548532}" dt="2025-05-27T03:54:55.407" v="386" actId="26606"/>
          <ac:spMkLst>
            <pc:docMk/>
            <pc:sldMk cId="699708183" sldId="262"/>
            <ac:spMk id="18" creationId="{E3020543-B24B-4EC4-8FFC-8DD88EEA91A8}"/>
          </ac:spMkLst>
        </pc:spChg>
        <pc:spChg chg="add mod">
          <ac:chgData name="Swapnil Ahire" userId="d65d8aaad751101a" providerId="LiveId" clId="{2EDC2308-F573-42DE-B97C-518A08548532}" dt="2025-05-28T04:31:43.249" v="5712" actId="1076"/>
          <ac:spMkLst>
            <pc:docMk/>
            <pc:sldMk cId="699708183" sldId="262"/>
            <ac:spMk id="22" creationId="{8D012317-475D-71FB-848F-00184679420F}"/>
          </ac:spMkLst>
        </pc:spChg>
        <pc:spChg chg="add mod">
          <ac:chgData name="Swapnil Ahire" userId="d65d8aaad751101a" providerId="LiveId" clId="{2EDC2308-F573-42DE-B97C-518A08548532}" dt="2025-05-27T11:03:36.902" v="4094" actId="20577"/>
          <ac:spMkLst>
            <pc:docMk/>
            <pc:sldMk cId="699708183" sldId="262"/>
            <ac:spMk id="23" creationId="{6E4AA2A2-0319-DABF-73C9-DA77F6DC371F}"/>
          </ac:spMkLst>
        </pc:spChg>
        <pc:graphicFrameChg chg="add del mod">
          <ac:chgData name="Swapnil Ahire" userId="d65d8aaad751101a" providerId="LiveId" clId="{2EDC2308-F573-42DE-B97C-518A08548532}" dt="2025-05-27T10:46:29.465" v="3631" actId="478"/>
          <ac:graphicFrameMkLst>
            <pc:docMk/>
            <pc:sldMk cId="699708183" sldId="262"/>
            <ac:graphicFrameMk id="11" creationId="{F7F465B3-9467-DD20-B924-0080F24626BF}"/>
          </ac:graphicFrameMkLst>
        </pc:graphicFrameChg>
        <pc:graphicFrameChg chg="add mod">
          <ac:chgData name="Swapnil Ahire" userId="d65d8aaad751101a" providerId="LiveId" clId="{2EDC2308-F573-42DE-B97C-518A08548532}" dt="2025-05-27T10:46:34.685" v="3632"/>
          <ac:graphicFrameMkLst>
            <pc:docMk/>
            <pc:sldMk cId="699708183" sldId="262"/>
            <ac:graphicFrameMk id="13" creationId="{29DC31D7-3B0C-83D8-B943-1E98B4F1BB36}"/>
          </ac:graphicFrameMkLst>
        </pc:graphicFrameChg>
        <pc:graphicFrameChg chg="add del mod modGraphic">
          <ac:chgData name="Swapnil Ahire" userId="d65d8aaad751101a" providerId="LiveId" clId="{2EDC2308-F573-42DE-B97C-518A08548532}" dt="2025-05-27T10:48:17.398" v="3638" actId="478"/>
          <ac:graphicFrameMkLst>
            <pc:docMk/>
            <pc:sldMk cId="699708183" sldId="262"/>
            <ac:graphicFrameMk id="15" creationId="{DF5338DE-16A9-FC8C-8837-8DDABBF06F91}"/>
          </ac:graphicFrameMkLst>
        </pc:graphicFrameChg>
        <pc:graphicFrameChg chg="add mod modGraphic">
          <ac:chgData name="Swapnil Ahire" userId="d65d8aaad751101a" providerId="LiveId" clId="{2EDC2308-F573-42DE-B97C-518A08548532}" dt="2025-05-27T10:58:04.674" v="3859" actId="1076"/>
          <ac:graphicFrameMkLst>
            <pc:docMk/>
            <pc:sldMk cId="699708183" sldId="262"/>
            <ac:graphicFrameMk id="17" creationId="{8F14208A-43B0-7713-F863-1169BEDA1CD9}"/>
          </ac:graphicFrameMkLst>
        </pc:graphicFrameChg>
        <pc:graphicFrameChg chg="add del mod">
          <ac:chgData name="Swapnil Ahire" userId="d65d8aaad751101a" providerId="LiveId" clId="{2EDC2308-F573-42DE-B97C-518A08548532}" dt="2025-05-27T10:50:58.415" v="3648" actId="478"/>
          <ac:graphicFrameMkLst>
            <pc:docMk/>
            <pc:sldMk cId="699708183" sldId="262"/>
            <ac:graphicFrameMk id="19" creationId="{55CA6B13-0D05-3595-3530-642BE42BF2EA}"/>
          </ac:graphicFrameMkLst>
        </pc:graphicFrameChg>
        <pc:graphicFrameChg chg="add del mod">
          <ac:chgData name="Swapnil Ahire" userId="d65d8aaad751101a" providerId="LiveId" clId="{2EDC2308-F573-42DE-B97C-518A08548532}" dt="2025-05-27T10:51:16.542" v="3650" actId="478"/>
          <ac:graphicFrameMkLst>
            <pc:docMk/>
            <pc:sldMk cId="699708183" sldId="262"/>
            <ac:graphicFrameMk id="21" creationId="{73E81024-1CC2-C187-D80B-230FCCF1E06A}"/>
          </ac:graphicFrameMkLst>
        </pc:graphicFrameChg>
        <pc:picChg chg="add mod">
          <ac:chgData name="Swapnil Ahire" userId="d65d8aaad751101a" providerId="LiveId" clId="{2EDC2308-F573-42DE-B97C-518A08548532}" dt="2025-05-28T04:31:47.928" v="5713" actId="1076"/>
          <ac:picMkLst>
            <pc:docMk/>
            <pc:sldMk cId="699708183" sldId="262"/>
            <ac:picMk id="5" creationId="{578C1873-5908-6F53-A1F6-9687AD9E119A}"/>
          </ac:picMkLst>
        </pc:picChg>
        <pc:picChg chg="add mod">
          <ac:chgData name="Swapnil Ahire" userId="d65d8aaad751101a" providerId="LiveId" clId="{2EDC2308-F573-42DE-B97C-518A08548532}" dt="2025-05-28T04:31:54.209" v="5714" actId="14100"/>
          <ac:picMkLst>
            <pc:docMk/>
            <pc:sldMk cId="699708183" sldId="262"/>
            <ac:picMk id="7" creationId="{7C57BB81-4E56-B5CE-E115-65F2F332DB0B}"/>
          </ac:picMkLst>
        </pc:picChg>
        <pc:picChg chg="add mod">
          <ac:chgData name="Swapnil Ahire" userId="d65d8aaad751101a" providerId="LiveId" clId="{2EDC2308-F573-42DE-B97C-518A08548532}" dt="2025-05-28T04:31:57.572" v="5715" actId="1076"/>
          <ac:picMkLst>
            <pc:docMk/>
            <pc:sldMk cId="699708183" sldId="262"/>
            <ac:picMk id="9" creationId="{4CB1288C-16A3-FA05-8A5C-8818D5E7E6B2}"/>
          </ac:picMkLst>
        </pc:picChg>
        <pc:cxnChg chg="add del">
          <ac:chgData name="Swapnil Ahire" userId="d65d8aaad751101a" providerId="LiveId" clId="{2EDC2308-F573-42DE-B97C-518A08548532}" dt="2025-05-27T03:54:55.407" v="386" actId="26606"/>
          <ac:cxnSpMkLst>
            <pc:docMk/>
            <pc:sldMk cId="699708183" sldId="262"/>
            <ac:cxnSpMk id="20" creationId="{C49DA8F6-BCC1-4447-B54C-57856834B94B}"/>
          </ac:cxnSpMkLst>
        </pc:cxnChg>
      </pc:sldChg>
      <pc:sldChg chg="addSp delSp modSp new mod">
        <pc:chgData name="Swapnil Ahire" userId="d65d8aaad751101a" providerId="LiveId" clId="{2EDC2308-F573-42DE-B97C-518A08548532}" dt="2025-05-27T11:14:40.403" v="4295" actId="14100"/>
        <pc:sldMkLst>
          <pc:docMk/>
          <pc:sldMk cId="956260783" sldId="263"/>
        </pc:sldMkLst>
        <pc:spChg chg="del">
          <ac:chgData name="Swapnil Ahire" userId="d65d8aaad751101a" providerId="LiveId" clId="{2EDC2308-F573-42DE-B97C-518A08548532}" dt="2025-05-27T03:53:57.599" v="376" actId="478"/>
          <ac:spMkLst>
            <pc:docMk/>
            <pc:sldMk cId="956260783" sldId="263"/>
            <ac:spMk id="2" creationId="{8C74C76E-7769-6927-C8AF-7ADE779C2262}"/>
          </ac:spMkLst>
        </pc:spChg>
        <pc:spChg chg="mod">
          <ac:chgData name="Swapnil Ahire" userId="d65d8aaad751101a" providerId="LiveId" clId="{2EDC2308-F573-42DE-B97C-518A08548532}" dt="2025-05-27T04:02:31.499" v="404" actId="5793"/>
          <ac:spMkLst>
            <pc:docMk/>
            <pc:sldMk cId="956260783" sldId="263"/>
            <ac:spMk id="3" creationId="{D51772DB-3A5D-2C88-AC4C-72D45C0D2E03}"/>
          </ac:spMkLst>
        </pc:spChg>
        <pc:spChg chg="add mod">
          <ac:chgData name="Swapnil Ahire" userId="d65d8aaad751101a" providerId="LiveId" clId="{2EDC2308-F573-42DE-B97C-518A08548532}" dt="2025-05-27T11:14:40.403" v="4295" actId="14100"/>
          <ac:spMkLst>
            <pc:docMk/>
            <pc:sldMk cId="956260783" sldId="263"/>
            <ac:spMk id="7" creationId="{C17057B4-28B5-C66C-A696-71FAC05F3D96}"/>
          </ac:spMkLst>
        </pc:spChg>
        <pc:graphicFrameChg chg="add mod modGraphic">
          <ac:chgData name="Swapnil Ahire" userId="d65d8aaad751101a" providerId="LiveId" clId="{2EDC2308-F573-42DE-B97C-518A08548532}" dt="2025-05-27T11:14:35.947" v="4294" actId="1076"/>
          <ac:graphicFrameMkLst>
            <pc:docMk/>
            <pc:sldMk cId="956260783" sldId="263"/>
            <ac:graphicFrameMk id="6" creationId="{5DFD350E-F31C-F33C-C273-64B6B6F0C971}"/>
          </ac:graphicFrameMkLst>
        </pc:graphicFrameChg>
        <pc:picChg chg="add mod">
          <ac:chgData name="Swapnil Ahire" userId="d65d8aaad751101a" providerId="LiveId" clId="{2EDC2308-F573-42DE-B97C-518A08548532}" dt="2025-05-27T04:13:15.340" v="406" actId="1076"/>
          <ac:picMkLst>
            <pc:docMk/>
            <pc:sldMk cId="956260783" sldId="263"/>
            <ac:picMk id="5" creationId="{414EFD87-F899-1917-D233-B7F6D4E618C2}"/>
          </ac:picMkLst>
        </pc:picChg>
      </pc:sldChg>
      <pc:sldChg chg="addSp delSp modSp new mod">
        <pc:chgData name="Swapnil Ahire" userId="d65d8aaad751101a" providerId="LiveId" clId="{2EDC2308-F573-42DE-B97C-518A08548532}" dt="2025-05-28T07:02:10.324" v="7854"/>
        <pc:sldMkLst>
          <pc:docMk/>
          <pc:sldMk cId="3941305346" sldId="264"/>
        </pc:sldMkLst>
        <pc:spChg chg="del">
          <ac:chgData name="Swapnil Ahire" userId="d65d8aaad751101a" providerId="LiveId" clId="{2EDC2308-F573-42DE-B97C-518A08548532}" dt="2025-05-27T04:17:21.278" v="410" actId="478"/>
          <ac:spMkLst>
            <pc:docMk/>
            <pc:sldMk cId="3941305346" sldId="264"/>
            <ac:spMk id="2" creationId="{26A05BD4-D6BC-B22D-C0E8-490064FA89AB}"/>
          </ac:spMkLst>
        </pc:spChg>
        <pc:spChg chg="mod">
          <ac:chgData name="Swapnil Ahire" userId="d65d8aaad751101a" providerId="LiveId" clId="{2EDC2308-F573-42DE-B97C-518A08548532}" dt="2025-05-28T07:02:10.324" v="7854"/>
          <ac:spMkLst>
            <pc:docMk/>
            <pc:sldMk cId="3941305346" sldId="264"/>
            <ac:spMk id="3" creationId="{A177A8CA-C7EE-FB94-1BA1-877947BA7C15}"/>
          </ac:spMkLst>
        </pc:spChg>
        <pc:spChg chg="add del mod">
          <ac:chgData name="Swapnil Ahire" userId="d65d8aaad751101a" providerId="LiveId" clId="{2EDC2308-F573-42DE-B97C-518A08548532}" dt="2025-05-27T11:19:48.120" v="4298"/>
          <ac:spMkLst>
            <pc:docMk/>
            <pc:sldMk cId="3941305346" sldId="264"/>
            <ac:spMk id="10" creationId="{9E92DFB6-BB9E-B940-C7A8-35E6C8D9DAA5}"/>
          </ac:spMkLst>
        </pc:spChg>
        <pc:spChg chg="add mod">
          <ac:chgData name="Swapnil Ahire" userId="d65d8aaad751101a" providerId="LiveId" clId="{2EDC2308-F573-42DE-B97C-518A08548532}" dt="2025-05-27T11:27:35.512" v="4565" actId="14100"/>
          <ac:spMkLst>
            <pc:docMk/>
            <pc:sldMk cId="3941305346" sldId="264"/>
            <ac:spMk id="11" creationId="{80C25826-AE7F-5817-5AA8-C424EBC0DA25}"/>
          </ac:spMkLst>
        </pc:spChg>
        <pc:graphicFrameChg chg="add del mod">
          <ac:chgData name="Swapnil Ahire" userId="d65d8aaad751101a" providerId="LiveId" clId="{2EDC2308-F573-42DE-B97C-518A08548532}" dt="2025-05-27T04:33:45.194" v="427" actId="478"/>
          <ac:graphicFrameMkLst>
            <pc:docMk/>
            <pc:sldMk cId="3941305346" sldId="264"/>
            <ac:graphicFrameMk id="6" creationId="{F39E6F6B-7D8B-92AC-E555-95705689064B}"/>
          </ac:graphicFrameMkLst>
        </pc:graphicFrameChg>
        <pc:graphicFrameChg chg="add mod">
          <ac:chgData name="Swapnil Ahire" userId="d65d8aaad751101a" providerId="LiveId" clId="{2EDC2308-F573-42DE-B97C-518A08548532}" dt="2025-05-27T04:39:39.171" v="446" actId="1076"/>
          <ac:graphicFrameMkLst>
            <pc:docMk/>
            <pc:sldMk cId="3941305346" sldId="264"/>
            <ac:graphicFrameMk id="7" creationId="{4E360375-8C10-E665-D40F-60D685E5327F}"/>
          </ac:graphicFrameMkLst>
        </pc:graphicFrameChg>
        <pc:graphicFrameChg chg="add mod">
          <ac:chgData name="Swapnil Ahire" userId="d65d8aaad751101a" providerId="LiveId" clId="{2EDC2308-F573-42DE-B97C-518A08548532}" dt="2025-05-27T04:39:48.664" v="451" actId="1076"/>
          <ac:graphicFrameMkLst>
            <pc:docMk/>
            <pc:sldMk cId="3941305346" sldId="264"/>
            <ac:graphicFrameMk id="8" creationId="{E2192382-E868-B08B-9183-8884E8D0E8E2}"/>
          </ac:graphicFrameMkLst>
        </pc:graphicFrameChg>
        <pc:graphicFrameChg chg="add mod">
          <ac:chgData name="Swapnil Ahire" userId="d65d8aaad751101a" providerId="LiveId" clId="{2EDC2308-F573-42DE-B97C-518A08548532}" dt="2025-05-27T04:40:03.224" v="452" actId="1076"/>
          <ac:graphicFrameMkLst>
            <pc:docMk/>
            <pc:sldMk cId="3941305346" sldId="264"/>
            <ac:graphicFrameMk id="9" creationId="{8288163A-5254-1610-4DC6-38E2458F13F5}"/>
          </ac:graphicFrameMkLst>
        </pc:graphicFrameChg>
        <pc:picChg chg="add mod">
          <ac:chgData name="Swapnil Ahire" userId="d65d8aaad751101a" providerId="LiveId" clId="{2EDC2308-F573-42DE-B97C-518A08548532}" dt="2025-05-27T04:18:42.858" v="423" actId="1076"/>
          <ac:picMkLst>
            <pc:docMk/>
            <pc:sldMk cId="3941305346" sldId="264"/>
            <ac:picMk id="5" creationId="{30E5CA90-E879-31F2-5E92-284BD1E3CD74}"/>
          </ac:picMkLst>
        </pc:picChg>
      </pc:sldChg>
      <pc:sldChg chg="addSp delSp modSp new mod">
        <pc:chgData name="Swapnil Ahire" userId="d65d8aaad751101a" providerId="LiveId" clId="{2EDC2308-F573-42DE-B97C-518A08548532}" dt="2025-05-27T14:24:10.821" v="5710" actId="1076"/>
        <pc:sldMkLst>
          <pc:docMk/>
          <pc:sldMk cId="3890160077" sldId="265"/>
        </pc:sldMkLst>
        <pc:spChg chg="del">
          <ac:chgData name="Swapnil Ahire" userId="d65d8aaad751101a" providerId="LiveId" clId="{2EDC2308-F573-42DE-B97C-518A08548532}" dt="2025-05-27T05:17:54.612" v="455" actId="478"/>
          <ac:spMkLst>
            <pc:docMk/>
            <pc:sldMk cId="3890160077" sldId="265"/>
            <ac:spMk id="2" creationId="{4428492A-4705-7014-F30B-F52AA775D2C8}"/>
          </ac:spMkLst>
        </pc:spChg>
        <pc:spChg chg="mod">
          <ac:chgData name="Swapnil Ahire" userId="d65d8aaad751101a" providerId="LiveId" clId="{2EDC2308-F573-42DE-B97C-518A08548532}" dt="2025-05-27T05:32:16.587" v="468" actId="1076"/>
          <ac:spMkLst>
            <pc:docMk/>
            <pc:sldMk cId="3890160077" sldId="265"/>
            <ac:spMk id="3" creationId="{32A4CECF-E7B3-3D69-A8C6-4D13C553D139}"/>
          </ac:spMkLst>
        </pc:spChg>
        <pc:spChg chg="add del mod">
          <ac:chgData name="Swapnil Ahire" userId="d65d8aaad751101a" providerId="LiveId" clId="{2EDC2308-F573-42DE-B97C-518A08548532}" dt="2025-05-27T11:48:40.847" v="4607"/>
          <ac:spMkLst>
            <pc:docMk/>
            <pc:sldMk cId="3890160077" sldId="265"/>
            <ac:spMk id="10" creationId="{089D47F6-8307-C799-5678-A33FCA8AE472}"/>
          </ac:spMkLst>
        </pc:spChg>
        <pc:spChg chg="add mod">
          <ac:chgData name="Swapnil Ahire" userId="d65d8aaad751101a" providerId="LiveId" clId="{2EDC2308-F573-42DE-B97C-518A08548532}" dt="2025-05-27T12:04:14.863" v="5187" actId="13926"/>
          <ac:spMkLst>
            <pc:docMk/>
            <pc:sldMk cId="3890160077" sldId="265"/>
            <ac:spMk id="15" creationId="{1DD3C242-639E-20AC-22F8-3C6FD298009D}"/>
          </ac:spMkLst>
        </pc:spChg>
        <pc:graphicFrameChg chg="add del mod modGraphic">
          <ac:chgData name="Swapnil Ahire" userId="d65d8aaad751101a" providerId="LiveId" clId="{2EDC2308-F573-42DE-B97C-518A08548532}" dt="2025-05-27T11:43:15.849" v="4580" actId="21"/>
          <ac:graphicFrameMkLst>
            <pc:docMk/>
            <pc:sldMk cId="3890160077" sldId="265"/>
            <ac:graphicFrameMk id="4" creationId="{E4FB6E30-EC20-787B-B579-1A5774626568}"/>
          </ac:graphicFrameMkLst>
        </pc:graphicFrameChg>
        <pc:graphicFrameChg chg="add del mod">
          <ac:chgData name="Swapnil Ahire" userId="d65d8aaad751101a" providerId="LiveId" clId="{2EDC2308-F573-42DE-B97C-518A08548532}" dt="2025-05-27T11:42:53.683" v="4574" actId="21"/>
          <ac:graphicFrameMkLst>
            <pc:docMk/>
            <pc:sldMk cId="3890160077" sldId="265"/>
            <ac:graphicFrameMk id="5" creationId="{79615B74-BB81-8C96-D8D4-15C577D4DACB}"/>
          </ac:graphicFrameMkLst>
        </pc:graphicFrameChg>
        <pc:graphicFrameChg chg="add mod modGraphic">
          <ac:chgData name="Swapnil Ahire" userId="d65d8aaad751101a" providerId="LiveId" clId="{2EDC2308-F573-42DE-B97C-518A08548532}" dt="2025-05-27T11:48:30.739" v="4604" actId="1076"/>
          <ac:graphicFrameMkLst>
            <pc:docMk/>
            <pc:sldMk cId="3890160077" sldId="265"/>
            <ac:graphicFrameMk id="8" creationId="{F52D228F-9F63-BB35-A2F2-550E887C223B}"/>
          </ac:graphicFrameMkLst>
        </pc:graphicFrameChg>
        <pc:graphicFrameChg chg="add mod">
          <ac:chgData name="Swapnil Ahire" userId="d65d8aaad751101a" providerId="LiveId" clId="{2EDC2308-F573-42DE-B97C-518A08548532}" dt="2025-05-27T11:48:38.845" v="4605" actId="1076"/>
          <ac:graphicFrameMkLst>
            <pc:docMk/>
            <pc:sldMk cId="3890160077" sldId="265"/>
            <ac:graphicFrameMk id="9" creationId="{27DDDBF0-3B70-9107-353F-4529E2DD40D8}"/>
          </ac:graphicFrameMkLst>
        </pc:graphicFrameChg>
        <pc:picChg chg="add mod">
          <ac:chgData name="Swapnil Ahire" userId="d65d8aaad751101a" providerId="LiveId" clId="{2EDC2308-F573-42DE-B97C-518A08548532}" dt="2025-05-27T14:24:10.821" v="5710" actId="1076"/>
          <ac:picMkLst>
            <pc:docMk/>
            <pc:sldMk cId="3890160077" sldId="265"/>
            <ac:picMk id="7" creationId="{FB9B3649-71EC-1CE6-12AE-8D1979D9B4C0}"/>
          </ac:picMkLst>
        </pc:picChg>
        <pc:picChg chg="add mod">
          <ac:chgData name="Swapnil Ahire" userId="d65d8aaad751101a" providerId="LiveId" clId="{2EDC2308-F573-42DE-B97C-518A08548532}" dt="2025-05-27T11:48:19.336" v="4602" actId="1076"/>
          <ac:picMkLst>
            <pc:docMk/>
            <pc:sldMk cId="3890160077" sldId="265"/>
            <ac:picMk id="12" creationId="{DD3CE777-DAF7-D333-64F5-FE7D7D357793}"/>
          </ac:picMkLst>
        </pc:picChg>
        <pc:picChg chg="add mod">
          <ac:chgData name="Swapnil Ahire" userId="d65d8aaad751101a" providerId="LiveId" clId="{2EDC2308-F573-42DE-B97C-518A08548532}" dt="2025-05-27T11:48:08.229" v="4599" actId="1076"/>
          <ac:picMkLst>
            <pc:docMk/>
            <pc:sldMk cId="3890160077" sldId="265"/>
            <ac:picMk id="14" creationId="{40731116-90FE-5024-C2AB-E9E888E52FC6}"/>
          </ac:picMkLst>
        </pc:picChg>
      </pc:sldChg>
      <pc:sldChg chg="addSp delSp modSp new mod ord">
        <pc:chgData name="Swapnil Ahire" userId="d65d8aaad751101a" providerId="LiveId" clId="{2EDC2308-F573-42DE-B97C-518A08548532}" dt="2025-05-27T12:06:19.881" v="5230" actId="313"/>
        <pc:sldMkLst>
          <pc:docMk/>
          <pc:sldMk cId="3764542917" sldId="266"/>
        </pc:sldMkLst>
        <pc:spChg chg="del">
          <ac:chgData name="Swapnil Ahire" userId="d65d8aaad751101a" providerId="LiveId" clId="{2EDC2308-F573-42DE-B97C-518A08548532}" dt="2025-05-27T05:49:57.898" v="476" actId="478"/>
          <ac:spMkLst>
            <pc:docMk/>
            <pc:sldMk cId="3764542917" sldId="266"/>
            <ac:spMk id="2" creationId="{ADAB0448-6B1A-FE9F-C878-9DB90331F349}"/>
          </ac:spMkLst>
        </pc:spChg>
        <pc:spChg chg="mod">
          <ac:chgData name="Swapnil Ahire" userId="d65d8aaad751101a" providerId="LiveId" clId="{2EDC2308-F573-42DE-B97C-518A08548532}" dt="2025-05-27T05:50:21.921" v="488" actId="1076"/>
          <ac:spMkLst>
            <pc:docMk/>
            <pc:sldMk cId="3764542917" sldId="266"/>
            <ac:spMk id="3" creationId="{A27D7D2B-D0B7-F54E-858E-46EF10B24751}"/>
          </ac:spMkLst>
        </pc:spChg>
        <pc:spChg chg="add mod">
          <ac:chgData name="Swapnil Ahire" userId="d65d8aaad751101a" providerId="LiveId" clId="{2EDC2308-F573-42DE-B97C-518A08548532}" dt="2025-05-27T07:49:57.524" v="759" actId="1076"/>
          <ac:spMkLst>
            <pc:docMk/>
            <pc:sldMk cId="3764542917" sldId="266"/>
            <ac:spMk id="8" creationId="{E56FAA3B-6B63-2D65-4288-7013DDE233D4}"/>
          </ac:spMkLst>
        </pc:spChg>
        <pc:spChg chg="add mod">
          <ac:chgData name="Swapnil Ahire" userId="d65d8aaad751101a" providerId="LiveId" clId="{2EDC2308-F573-42DE-B97C-518A08548532}" dt="2025-05-27T07:52:59.332" v="858" actId="1076"/>
          <ac:spMkLst>
            <pc:docMk/>
            <pc:sldMk cId="3764542917" sldId="266"/>
            <ac:spMk id="10" creationId="{A9F91774-DF57-A818-F186-28F5BD86E440}"/>
          </ac:spMkLst>
        </pc:spChg>
        <pc:spChg chg="add mod">
          <ac:chgData name="Swapnil Ahire" userId="d65d8aaad751101a" providerId="LiveId" clId="{2EDC2308-F573-42DE-B97C-518A08548532}" dt="2025-05-27T12:06:19.881" v="5230" actId="313"/>
          <ac:spMkLst>
            <pc:docMk/>
            <pc:sldMk cId="3764542917" sldId="266"/>
            <ac:spMk id="11" creationId="{B688BB3F-8777-591C-F573-9F472529FFB1}"/>
          </ac:spMkLst>
        </pc:spChg>
        <pc:graphicFrameChg chg="add del mod modGraphic">
          <ac:chgData name="Swapnil Ahire" userId="d65d8aaad751101a" providerId="LiveId" clId="{2EDC2308-F573-42DE-B97C-518A08548532}" dt="2025-05-27T07:43:21.854" v="567" actId="478"/>
          <ac:graphicFrameMkLst>
            <pc:docMk/>
            <pc:sldMk cId="3764542917" sldId="266"/>
            <ac:graphicFrameMk id="6" creationId="{CA89A16F-445A-0CA8-CC9C-35E6015F695F}"/>
          </ac:graphicFrameMkLst>
        </pc:graphicFrameChg>
        <pc:graphicFrameChg chg="add mod modGraphic">
          <ac:chgData name="Swapnil Ahire" userId="d65d8aaad751101a" providerId="LiveId" clId="{2EDC2308-F573-42DE-B97C-518A08548532}" dt="2025-05-27T07:52:52.665" v="857" actId="1076"/>
          <ac:graphicFrameMkLst>
            <pc:docMk/>
            <pc:sldMk cId="3764542917" sldId="266"/>
            <ac:graphicFrameMk id="7" creationId="{1E536AA6-9C7C-AC2A-C401-32AAE5E250B7}"/>
          </ac:graphicFrameMkLst>
        </pc:graphicFrameChg>
        <pc:picChg chg="add mod">
          <ac:chgData name="Swapnil Ahire" userId="d65d8aaad751101a" providerId="LiveId" clId="{2EDC2308-F573-42DE-B97C-518A08548532}" dt="2025-05-27T07:40:03.940" v="560" actId="1076"/>
          <ac:picMkLst>
            <pc:docMk/>
            <pc:sldMk cId="3764542917" sldId="266"/>
            <ac:picMk id="5" creationId="{ED4107BA-6911-36A9-0A47-D27F3E1BF71A}"/>
          </ac:picMkLst>
        </pc:picChg>
      </pc:sldChg>
      <pc:sldChg chg="addSp delSp modSp new mod">
        <pc:chgData name="Swapnil Ahire" userId="d65d8aaad751101a" providerId="LiveId" clId="{2EDC2308-F573-42DE-B97C-518A08548532}" dt="2025-05-28T07:02:10.324" v="7854"/>
        <pc:sldMkLst>
          <pc:docMk/>
          <pc:sldMk cId="340575191" sldId="267"/>
        </pc:sldMkLst>
        <pc:spChg chg="del">
          <ac:chgData name="Swapnil Ahire" userId="d65d8aaad751101a" providerId="LiveId" clId="{2EDC2308-F573-42DE-B97C-518A08548532}" dt="2025-05-27T05:51:09.046" v="496" actId="478"/>
          <ac:spMkLst>
            <pc:docMk/>
            <pc:sldMk cId="340575191" sldId="267"/>
            <ac:spMk id="2" creationId="{B338D291-F89C-07D1-B26B-7AA4EF7604CD}"/>
          </ac:spMkLst>
        </pc:spChg>
        <pc:spChg chg="mod">
          <ac:chgData name="Swapnil Ahire" userId="d65d8aaad751101a" providerId="LiveId" clId="{2EDC2308-F573-42DE-B97C-518A08548532}" dt="2025-05-28T07:02:10.324" v="7854"/>
          <ac:spMkLst>
            <pc:docMk/>
            <pc:sldMk cId="340575191" sldId="267"/>
            <ac:spMk id="3" creationId="{07743CD5-FAB2-D7FC-C8AF-EE4FA4429080}"/>
          </ac:spMkLst>
        </pc:spChg>
        <pc:spChg chg="add mod">
          <ac:chgData name="Swapnil Ahire" userId="d65d8aaad751101a" providerId="LiveId" clId="{2EDC2308-F573-42DE-B97C-518A08548532}" dt="2025-05-27T12:07:40.398" v="5231"/>
          <ac:spMkLst>
            <pc:docMk/>
            <pc:sldMk cId="340575191" sldId="267"/>
            <ac:spMk id="7" creationId="{99E1A96F-0E12-62C6-081A-8B6A20615B06}"/>
          </ac:spMkLst>
        </pc:spChg>
        <pc:spChg chg="add mod">
          <ac:chgData name="Swapnil Ahire" userId="d65d8aaad751101a" providerId="LiveId" clId="{2EDC2308-F573-42DE-B97C-518A08548532}" dt="2025-05-28T05:09:59.145" v="5796" actId="2711"/>
          <ac:spMkLst>
            <pc:docMk/>
            <pc:sldMk cId="340575191" sldId="267"/>
            <ac:spMk id="8" creationId="{E2DAB20A-1C51-873F-D26D-AE6D3145E29A}"/>
          </ac:spMkLst>
        </pc:spChg>
        <pc:graphicFrameChg chg="add mod modGraphic">
          <ac:chgData name="Swapnil Ahire" userId="d65d8aaad751101a" providerId="LiveId" clId="{2EDC2308-F573-42DE-B97C-518A08548532}" dt="2025-05-27T06:00:06.066" v="529" actId="14100"/>
          <ac:graphicFrameMkLst>
            <pc:docMk/>
            <pc:sldMk cId="340575191" sldId="267"/>
            <ac:graphicFrameMk id="6" creationId="{52A792A8-1204-905C-AD6B-760B3DE47331}"/>
          </ac:graphicFrameMkLst>
        </pc:graphicFrameChg>
        <pc:picChg chg="add mod">
          <ac:chgData name="Swapnil Ahire" userId="d65d8aaad751101a" providerId="LiveId" clId="{2EDC2308-F573-42DE-B97C-518A08548532}" dt="2025-05-27T05:55:00.289" v="523" actId="1076"/>
          <ac:picMkLst>
            <pc:docMk/>
            <pc:sldMk cId="340575191" sldId="267"/>
            <ac:picMk id="5" creationId="{61D20AAB-37DF-C6FA-00EF-3A33B8152F04}"/>
          </ac:picMkLst>
        </pc:picChg>
      </pc:sldChg>
      <pc:sldChg chg="addSp delSp modSp new mod">
        <pc:chgData name="Swapnil Ahire" userId="d65d8aaad751101a" providerId="LiveId" clId="{2EDC2308-F573-42DE-B97C-518A08548532}" dt="2025-05-28T05:10:36.076" v="5797" actId="2711"/>
        <pc:sldMkLst>
          <pc:docMk/>
          <pc:sldMk cId="3227252186" sldId="268"/>
        </pc:sldMkLst>
        <pc:spChg chg="del">
          <ac:chgData name="Swapnil Ahire" userId="d65d8aaad751101a" providerId="LiveId" clId="{2EDC2308-F573-42DE-B97C-518A08548532}" dt="2025-05-27T06:00:30.539" v="533" actId="478"/>
          <ac:spMkLst>
            <pc:docMk/>
            <pc:sldMk cId="3227252186" sldId="268"/>
            <ac:spMk id="2" creationId="{802B008F-BD16-9450-E538-A960839210D3}"/>
          </ac:spMkLst>
        </pc:spChg>
        <pc:spChg chg="mod">
          <ac:chgData name="Swapnil Ahire" userId="d65d8aaad751101a" providerId="LiveId" clId="{2EDC2308-F573-42DE-B97C-518A08548532}" dt="2025-05-27T06:00:54.709" v="544" actId="1076"/>
          <ac:spMkLst>
            <pc:docMk/>
            <pc:sldMk cId="3227252186" sldId="268"/>
            <ac:spMk id="3" creationId="{30854B7F-D458-2C47-511E-16CD485367CC}"/>
          </ac:spMkLst>
        </pc:spChg>
        <pc:spChg chg="add mod">
          <ac:chgData name="Swapnil Ahire" userId="d65d8aaad751101a" providerId="LiveId" clId="{2EDC2308-F573-42DE-B97C-518A08548532}" dt="2025-05-28T05:10:36.076" v="5797" actId="2711"/>
          <ac:spMkLst>
            <pc:docMk/>
            <pc:sldMk cId="3227252186" sldId="268"/>
            <ac:spMk id="8" creationId="{E2BA7ECB-3CC7-6621-ECFF-4023A3BB73D1}"/>
          </ac:spMkLst>
        </pc:spChg>
        <pc:graphicFrameChg chg="add del mod">
          <ac:chgData name="Swapnil Ahire" userId="d65d8aaad751101a" providerId="LiveId" clId="{2EDC2308-F573-42DE-B97C-518A08548532}" dt="2025-05-27T06:04:34.416" v="548" actId="478"/>
          <ac:graphicFrameMkLst>
            <pc:docMk/>
            <pc:sldMk cId="3227252186" sldId="268"/>
            <ac:graphicFrameMk id="6" creationId="{778C2F30-47B7-A9EF-9DBC-351A2AE63D8D}"/>
          </ac:graphicFrameMkLst>
        </pc:graphicFrameChg>
        <pc:graphicFrameChg chg="add mod modGraphic">
          <ac:chgData name="Swapnil Ahire" userId="d65d8aaad751101a" providerId="LiveId" clId="{2EDC2308-F573-42DE-B97C-518A08548532}" dt="2025-05-27T06:05:31.452" v="556" actId="1076"/>
          <ac:graphicFrameMkLst>
            <pc:docMk/>
            <pc:sldMk cId="3227252186" sldId="268"/>
            <ac:graphicFrameMk id="7" creationId="{9804D0D8-F540-C6DB-5DA1-43AC698F1574}"/>
          </ac:graphicFrameMkLst>
        </pc:graphicFrameChg>
        <pc:picChg chg="add mod">
          <ac:chgData name="Swapnil Ahire" userId="d65d8aaad751101a" providerId="LiveId" clId="{2EDC2308-F573-42DE-B97C-518A08548532}" dt="2025-05-27T06:01:47.872" v="546" actId="1076"/>
          <ac:picMkLst>
            <pc:docMk/>
            <pc:sldMk cId="3227252186" sldId="268"/>
            <ac:picMk id="5" creationId="{34071855-C0EE-DE2E-8089-50C45E190E7F}"/>
          </ac:picMkLst>
        </pc:picChg>
      </pc:sldChg>
      <pc:sldChg chg="addSp delSp modSp new del mod ord">
        <pc:chgData name="Swapnil Ahire" userId="d65d8aaad751101a" providerId="LiveId" clId="{2EDC2308-F573-42DE-B97C-518A08548532}" dt="2025-05-28T05:05:39.620" v="5723" actId="2696"/>
        <pc:sldMkLst>
          <pc:docMk/>
          <pc:sldMk cId="3597356187" sldId="269"/>
        </pc:sldMkLst>
        <pc:spChg chg="del">
          <ac:chgData name="Swapnil Ahire" userId="d65d8aaad751101a" providerId="LiveId" clId="{2EDC2308-F573-42DE-B97C-518A08548532}" dt="2025-05-27T07:53:21.193" v="861" actId="478"/>
          <ac:spMkLst>
            <pc:docMk/>
            <pc:sldMk cId="3597356187" sldId="269"/>
            <ac:spMk id="2" creationId="{9DB8DE94-CC7C-D399-700A-31751007EDB7}"/>
          </ac:spMkLst>
        </pc:spChg>
        <pc:spChg chg="add mod">
          <ac:chgData name="Swapnil Ahire" userId="d65d8aaad751101a" providerId="LiveId" clId="{2EDC2308-F573-42DE-B97C-518A08548532}" dt="2025-05-28T04:44:24.804" v="5722" actId="20577"/>
          <ac:spMkLst>
            <pc:docMk/>
            <pc:sldMk cId="3597356187" sldId="269"/>
            <ac:spMk id="2" creationId="{FF4420D4-4EA7-EF93-6FCC-0F0454655D28}"/>
          </ac:spMkLst>
        </pc:spChg>
        <pc:spChg chg="del mod">
          <ac:chgData name="Swapnil Ahire" userId="d65d8aaad751101a" providerId="LiveId" clId="{2EDC2308-F573-42DE-B97C-518A08548532}" dt="2025-05-27T07:53:31.426" v="864" actId="478"/>
          <ac:spMkLst>
            <pc:docMk/>
            <pc:sldMk cId="3597356187" sldId="269"/>
            <ac:spMk id="3" creationId="{AAF2C085-FD19-B934-972A-C6FD2C82031F}"/>
          </ac:spMkLst>
        </pc:spChg>
        <pc:spChg chg="add del mod">
          <ac:chgData name="Swapnil Ahire" userId="d65d8aaad751101a" providerId="LiveId" clId="{2EDC2308-F573-42DE-B97C-518A08548532}" dt="2025-05-27T07:53:37.427" v="865" actId="478"/>
          <ac:spMkLst>
            <pc:docMk/>
            <pc:sldMk cId="3597356187" sldId="269"/>
            <ac:spMk id="5" creationId="{3E63AFB2-7AA8-3665-0EA9-950EA6CFDAE2}"/>
          </ac:spMkLst>
        </pc:spChg>
        <pc:spChg chg="add del mod">
          <ac:chgData name="Swapnil Ahire" userId="d65d8aaad751101a" providerId="LiveId" clId="{2EDC2308-F573-42DE-B97C-518A08548532}" dt="2025-05-27T07:53:49.073" v="868"/>
          <ac:spMkLst>
            <pc:docMk/>
            <pc:sldMk cId="3597356187" sldId="269"/>
            <ac:spMk id="6" creationId="{D63398A6-C74C-F9D1-03FF-949E9489B00E}"/>
          </ac:spMkLst>
        </pc:spChg>
        <pc:spChg chg="add del mod">
          <ac:chgData name="Swapnil Ahire" userId="d65d8aaad751101a" providerId="LiveId" clId="{2EDC2308-F573-42DE-B97C-518A08548532}" dt="2025-05-27T12:04:41.567" v="5189" actId="21"/>
          <ac:spMkLst>
            <pc:docMk/>
            <pc:sldMk cId="3597356187" sldId="269"/>
            <ac:spMk id="7" creationId="{B688BB3F-8777-591C-F573-9F472529FFB1}"/>
          </ac:spMkLst>
        </pc:spChg>
      </pc:sldChg>
      <pc:sldChg chg="addSp delSp modSp new mod">
        <pc:chgData name="Swapnil Ahire" userId="d65d8aaad751101a" providerId="LiveId" clId="{2EDC2308-F573-42DE-B97C-518A08548532}" dt="2025-05-28T06:54:11.219" v="7816" actId="14100"/>
        <pc:sldMkLst>
          <pc:docMk/>
          <pc:sldMk cId="1725047659" sldId="270"/>
        </pc:sldMkLst>
        <pc:spChg chg="del">
          <ac:chgData name="Swapnil Ahire" userId="d65d8aaad751101a" providerId="LiveId" clId="{2EDC2308-F573-42DE-B97C-518A08548532}" dt="2025-05-28T05:05:52.075" v="5724" actId="478"/>
          <ac:spMkLst>
            <pc:docMk/>
            <pc:sldMk cId="1725047659" sldId="270"/>
            <ac:spMk id="2" creationId="{D4C4472B-2D69-5250-17CA-2D8384F564DC}"/>
          </ac:spMkLst>
        </pc:spChg>
        <pc:spChg chg="mod">
          <ac:chgData name="Swapnil Ahire" userId="d65d8aaad751101a" providerId="LiveId" clId="{2EDC2308-F573-42DE-B97C-518A08548532}" dt="2025-05-28T05:11:07.644" v="5799" actId="5793"/>
          <ac:spMkLst>
            <pc:docMk/>
            <pc:sldMk cId="1725047659" sldId="270"/>
            <ac:spMk id="3" creationId="{7EB21F02-4FC8-00E7-D472-46761403E9EF}"/>
          </ac:spMkLst>
        </pc:spChg>
        <pc:spChg chg="add del mod">
          <ac:chgData name="Swapnil Ahire" userId="d65d8aaad751101a" providerId="LiveId" clId="{2EDC2308-F573-42DE-B97C-518A08548532}" dt="2025-05-28T06:54:11.219" v="7816" actId="14100"/>
          <ac:spMkLst>
            <pc:docMk/>
            <pc:sldMk cId="1725047659" sldId="270"/>
            <ac:spMk id="4" creationId="{8851B8DF-F0A1-86F7-00E5-FCDB48EF7CAB}"/>
          </ac:spMkLst>
        </pc:spChg>
      </pc:sldChg>
      <pc:sldChg chg="addSp delSp modSp new mod">
        <pc:chgData name="Swapnil Ahire" userId="d65d8aaad751101a" providerId="LiveId" clId="{2EDC2308-F573-42DE-B97C-518A08548532}" dt="2025-05-27T12:04:28.461" v="5188" actId="13926"/>
        <pc:sldMkLst>
          <pc:docMk/>
          <pc:sldMk cId="2821082922" sldId="271"/>
        </pc:sldMkLst>
        <pc:spChg chg="del">
          <ac:chgData name="Swapnil Ahire" userId="d65d8aaad751101a" providerId="LiveId" clId="{2EDC2308-F573-42DE-B97C-518A08548532}" dt="2025-05-27T11:41:16.815" v="4569" actId="478"/>
          <ac:spMkLst>
            <pc:docMk/>
            <pc:sldMk cId="2821082922" sldId="271"/>
            <ac:spMk id="2" creationId="{72F1B442-7756-41AC-6096-11D69F984ACC}"/>
          </ac:spMkLst>
        </pc:spChg>
        <pc:spChg chg="del mod">
          <ac:chgData name="Swapnil Ahire" userId="d65d8aaad751101a" providerId="LiveId" clId="{2EDC2308-F573-42DE-B97C-518A08548532}" dt="2025-05-27T11:41:14.711" v="4568" actId="478"/>
          <ac:spMkLst>
            <pc:docMk/>
            <pc:sldMk cId="2821082922" sldId="271"/>
            <ac:spMk id="3" creationId="{7F9429E6-841D-DBCE-2025-50D8ABE4F43E}"/>
          </ac:spMkLst>
        </pc:spChg>
        <pc:spChg chg="add mod">
          <ac:chgData name="Swapnil Ahire" userId="d65d8aaad751101a" providerId="LiveId" clId="{2EDC2308-F573-42DE-B97C-518A08548532}" dt="2025-05-27T12:04:28.461" v="5188" actId="13926"/>
          <ac:spMkLst>
            <pc:docMk/>
            <pc:sldMk cId="2821082922" sldId="271"/>
            <ac:spMk id="8" creationId="{54592ECC-B3DB-1760-0494-8FFD042EDDAD}"/>
          </ac:spMkLst>
        </pc:spChg>
        <pc:graphicFrameChg chg="add del mod modGraphic">
          <ac:chgData name="Swapnil Ahire" userId="d65d8aaad751101a" providerId="LiveId" clId="{2EDC2308-F573-42DE-B97C-518A08548532}" dt="2025-05-27T11:43:39.264" v="4585" actId="21"/>
          <ac:graphicFrameMkLst>
            <pc:docMk/>
            <pc:sldMk cId="2821082922" sldId="271"/>
            <ac:graphicFrameMk id="4" creationId="{27DDDBF0-3B70-9107-353F-4529E2DD40D8}"/>
          </ac:graphicFrameMkLst>
        </pc:graphicFrameChg>
        <pc:graphicFrameChg chg="add del mod">
          <ac:chgData name="Swapnil Ahire" userId="d65d8aaad751101a" providerId="LiveId" clId="{2EDC2308-F573-42DE-B97C-518A08548532}" dt="2025-05-27T11:42:59.169" v="4577" actId="21"/>
          <ac:graphicFrameMkLst>
            <pc:docMk/>
            <pc:sldMk cId="2821082922" sldId="271"/>
            <ac:graphicFrameMk id="5" creationId="{F52D228F-9F63-BB35-A2F2-550E887C223B}"/>
          </ac:graphicFrameMkLst>
        </pc:graphicFrameChg>
        <pc:graphicFrameChg chg="add mod">
          <ac:chgData name="Swapnil Ahire" userId="d65d8aaad751101a" providerId="LiveId" clId="{2EDC2308-F573-42DE-B97C-518A08548532}" dt="2025-05-27T11:42:56.130" v="4576"/>
          <ac:graphicFrameMkLst>
            <pc:docMk/>
            <pc:sldMk cId="2821082922" sldId="271"/>
            <ac:graphicFrameMk id="6" creationId="{79615B74-BB81-8C96-D8D4-15C577D4DACB}"/>
          </ac:graphicFrameMkLst>
        </pc:graphicFrameChg>
        <pc:graphicFrameChg chg="add mod">
          <ac:chgData name="Swapnil Ahire" userId="d65d8aaad751101a" providerId="LiveId" clId="{2EDC2308-F573-42DE-B97C-518A08548532}" dt="2025-05-27T11:44:17.323" v="4591" actId="1076"/>
          <ac:graphicFrameMkLst>
            <pc:docMk/>
            <pc:sldMk cId="2821082922" sldId="271"/>
            <ac:graphicFrameMk id="7" creationId="{E4FB6E30-EC20-787B-B579-1A5774626568}"/>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HARSHAL\SQL\Project\project%20file_task4.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HARSHAL\SQL\Project\project%20file_task6.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HARSHAL\SQL\Project\project%20file_task7.csv"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a:t>Anomalies in Sales Transactions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'project file_task4'!$C$1</c:f>
              <c:strCache>
                <c:ptCount val="1"/>
                <c:pt idx="0">
                  <c:v>Average_productlineSales</c:v>
                </c:pt>
              </c:strCache>
            </c:strRef>
          </c:tx>
          <c:spPr>
            <a:solidFill>
              <a:schemeClr val="accent1"/>
            </a:solidFill>
            <a:ln>
              <a:noFill/>
            </a:ln>
            <a:effectLst/>
          </c:spPr>
          <c:invertIfNegative val="0"/>
          <c:val>
            <c:numRef>
              <c:f>'project file_task4'!$C$2:$C$1001</c:f>
              <c:numCache>
                <c:formatCode>General</c:formatCode>
                <c:ptCount val="1000"/>
                <c:pt idx="0">
                  <c:v>324</c:v>
                </c:pt>
                <c:pt idx="1">
                  <c:v>320</c:v>
                </c:pt>
                <c:pt idx="2">
                  <c:v>337</c:v>
                </c:pt>
                <c:pt idx="3">
                  <c:v>324</c:v>
                </c:pt>
                <c:pt idx="4">
                  <c:v>332</c:v>
                </c:pt>
                <c:pt idx="5">
                  <c:v>320</c:v>
                </c:pt>
                <c:pt idx="6">
                  <c:v>320</c:v>
                </c:pt>
                <c:pt idx="7">
                  <c:v>337</c:v>
                </c:pt>
                <c:pt idx="8">
                  <c:v>324</c:v>
                </c:pt>
                <c:pt idx="9">
                  <c:v>323</c:v>
                </c:pt>
                <c:pt idx="10">
                  <c:v>305</c:v>
                </c:pt>
                <c:pt idx="11">
                  <c:v>320</c:v>
                </c:pt>
                <c:pt idx="12">
                  <c:v>320</c:v>
                </c:pt>
                <c:pt idx="13">
                  <c:v>323</c:v>
                </c:pt>
                <c:pt idx="14">
                  <c:v>324</c:v>
                </c:pt>
                <c:pt idx="15">
                  <c:v>332</c:v>
                </c:pt>
                <c:pt idx="16">
                  <c:v>324</c:v>
                </c:pt>
                <c:pt idx="17">
                  <c:v>332</c:v>
                </c:pt>
                <c:pt idx="18">
                  <c:v>323</c:v>
                </c:pt>
                <c:pt idx="19">
                  <c:v>337</c:v>
                </c:pt>
                <c:pt idx="20">
                  <c:v>320</c:v>
                </c:pt>
                <c:pt idx="21">
                  <c:v>324</c:v>
                </c:pt>
                <c:pt idx="22">
                  <c:v>337</c:v>
                </c:pt>
                <c:pt idx="23">
                  <c:v>320</c:v>
                </c:pt>
                <c:pt idx="24">
                  <c:v>332</c:v>
                </c:pt>
                <c:pt idx="25">
                  <c:v>337</c:v>
                </c:pt>
                <c:pt idx="26">
                  <c:v>305</c:v>
                </c:pt>
                <c:pt idx="27">
                  <c:v>305</c:v>
                </c:pt>
                <c:pt idx="28">
                  <c:v>323</c:v>
                </c:pt>
                <c:pt idx="29">
                  <c:v>324</c:v>
                </c:pt>
                <c:pt idx="30">
                  <c:v>305</c:v>
                </c:pt>
                <c:pt idx="31">
                  <c:v>332</c:v>
                </c:pt>
                <c:pt idx="32">
                  <c:v>332</c:v>
                </c:pt>
                <c:pt idx="33">
                  <c:v>324</c:v>
                </c:pt>
                <c:pt idx="34">
                  <c:v>323</c:v>
                </c:pt>
                <c:pt idx="35">
                  <c:v>332</c:v>
                </c:pt>
                <c:pt idx="36">
                  <c:v>332</c:v>
                </c:pt>
                <c:pt idx="37">
                  <c:v>320</c:v>
                </c:pt>
                <c:pt idx="38">
                  <c:v>324</c:v>
                </c:pt>
                <c:pt idx="39">
                  <c:v>337</c:v>
                </c:pt>
                <c:pt idx="40">
                  <c:v>337</c:v>
                </c:pt>
                <c:pt idx="41">
                  <c:v>337</c:v>
                </c:pt>
                <c:pt idx="42">
                  <c:v>332</c:v>
                </c:pt>
                <c:pt idx="43">
                  <c:v>323</c:v>
                </c:pt>
                <c:pt idx="44">
                  <c:v>324</c:v>
                </c:pt>
                <c:pt idx="45">
                  <c:v>320</c:v>
                </c:pt>
                <c:pt idx="46">
                  <c:v>324</c:v>
                </c:pt>
                <c:pt idx="47">
                  <c:v>323</c:v>
                </c:pt>
                <c:pt idx="48">
                  <c:v>320</c:v>
                </c:pt>
                <c:pt idx="49">
                  <c:v>305</c:v>
                </c:pt>
                <c:pt idx="50">
                  <c:v>323</c:v>
                </c:pt>
                <c:pt idx="51">
                  <c:v>323</c:v>
                </c:pt>
                <c:pt idx="52">
                  <c:v>305</c:v>
                </c:pt>
                <c:pt idx="53">
                  <c:v>305</c:v>
                </c:pt>
                <c:pt idx="54">
                  <c:v>337</c:v>
                </c:pt>
                <c:pt idx="55">
                  <c:v>320</c:v>
                </c:pt>
                <c:pt idx="56">
                  <c:v>337</c:v>
                </c:pt>
                <c:pt idx="57">
                  <c:v>324</c:v>
                </c:pt>
                <c:pt idx="58">
                  <c:v>337</c:v>
                </c:pt>
                <c:pt idx="59">
                  <c:v>320</c:v>
                </c:pt>
                <c:pt idx="60">
                  <c:v>332</c:v>
                </c:pt>
                <c:pt idx="61">
                  <c:v>337</c:v>
                </c:pt>
                <c:pt idx="62">
                  <c:v>332</c:v>
                </c:pt>
                <c:pt idx="63">
                  <c:v>332</c:v>
                </c:pt>
                <c:pt idx="64">
                  <c:v>324</c:v>
                </c:pt>
                <c:pt idx="65">
                  <c:v>324</c:v>
                </c:pt>
                <c:pt idx="66">
                  <c:v>324</c:v>
                </c:pt>
                <c:pt idx="67">
                  <c:v>305</c:v>
                </c:pt>
                <c:pt idx="68">
                  <c:v>332</c:v>
                </c:pt>
                <c:pt idx="69">
                  <c:v>324</c:v>
                </c:pt>
                <c:pt idx="70">
                  <c:v>323</c:v>
                </c:pt>
                <c:pt idx="71">
                  <c:v>305</c:v>
                </c:pt>
                <c:pt idx="72">
                  <c:v>323</c:v>
                </c:pt>
                <c:pt idx="73">
                  <c:v>320</c:v>
                </c:pt>
                <c:pt idx="74">
                  <c:v>337</c:v>
                </c:pt>
                <c:pt idx="75">
                  <c:v>320</c:v>
                </c:pt>
                <c:pt idx="76">
                  <c:v>305</c:v>
                </c:pt>
                <c:pt idx="77">
                  <c:v>305</c:v>
                </c:pt>
                <c:pt idx="78">
                  <c:v>323</c:v>
                </c:pt>
                <c:pt idx="79">
                  <c:v>324</c:v>
                </c:pt>
                <c:pt idx="80">
                  <c:v>324</c:v>
                </c:pt>
                <c:pt idx="81">
                  <c:v>323</c:v>
                </c:pt>
                <c:pt idx="82">
                  <c:v>323</c:v>
                </c:pt>
                <c:pt idx="83">
                  <c:v>323</c:v>
                </c:pt>
                <c:pt idx="84">
                  <c:v>332</c:v>
                </c:pt>
                <c:pt idx="85">
                  <c:v>332</c:v>
                </c:pt>
                <c:pt idx="86">
                  <c:v>305</c:v>
                </c:pt>
                <c:pt idx="87">
                  <c:v>323</c:v>
                </c:pt>
                <c:pt idx="88">
                  <c:v>332</c:v>
                </c:pt>
                <c:pt idx="89">
                  <c:v>324</c:v>
                </c:pt>
                <c:pt idx="90">
                  <c:v>337</c:v>
                </c:pt>
                <c:pt idx="91">
                  <c:v>332</c:v>
                </c:pt>
                <c:pt idx="92">
                  <c:v>332</c:v>
                </c:pt>
                <c:pt idx="93">
                  <c:v>324</c:v>
                </c:pt>
                <c:pt idx="94">
                  <c:v>324</c:v>
                </c:pt>
                <c:pt idx="95">
                  <c:v>320</c:v>
                </c:pt>
                <c:pt idx="96">
                  <c:v>324</c:v>
                </c:pt>
                <c:pt idx="97">
                  <c:v>320</c:v>
                </c:pt>
                <c:pt idx="98">
                  <c:v>323</c:v>
                </c:pt>
                <c:pt idx="99">
                  <c:v>337</c:v>
                </c:pt>
                <c:pt idx="100">
                  <c:v>305</c:v>
                </c:pt>
                <c:pt idx="101">
                  <c:v>305</c:v>
                </c:pt>
                <c:pt idx="102">
                  <c:v>320</c:v>
                </c:pt>
                <c:pt idx="103">
                  <c:v>323</c:v>
                </c:pt>
                <c:pt idx="104">
                  <c:v>324</c:v>
                </c:pt>
                <c:pt idx="105">
                  <c:v>320</c:v>
                </c:pt>
                <c:pt idx="106">
                  <c:v>305</c:v>
                </c:pt>
                <c:pt idx="107">
                  <c:v>332</c:v>
                </c:pt>
                <c:pt idx="108">
                  <c:v>323</c:v>
                </c:pt>
                <c:pt idx="109">
                  <c:v>320</c:v>
                </c:pt>
                <c:pt idx="110">
                  <c:v>332</c:v>
                </c:pt>
                <c:pt idx="111">
                  <c:v>324</c:v>
                </c:pt>
                <c:pt idx="112">
                  <c:v>305</c:v>
                </c:pt>
                <c:pt idx="113">
                  <c:v>337</c:v>
                </c:pt>
                <c:pt idx="114">
                  <c:v>337</c:v>
                </c:pt>
                <c:pt idx="115">
                  <c:v>305</c:v>
                </c:pt>
                <c:pt idx="116">
                  <c:v>305</c:v>
                </c:pt>
                <c:pt idx="117">
                  <c:v>305</c:v>
                </c:pt>
                <c:pt idx="118">
                  <c:v>323</c:v>
                </c:pt>
                <c:pt idx="119">
                  <c:v>337</c:v>
                </c:pt>
                <c:pt idx="120">
                  <c:v>320</c:v>
                </c:pt>
                <c:pt idx="121">
                  <c:v>332</c:v>
                </c:pt>
                <c:pt idx="122">
                  <c:v>332</c:v>
                </c:pt>
                <c:pt idx="123">
                  <c:v>337</c:v>
                </c:pt>
                <c:pt idx="124">
                  <c:v>305</c:v>
                </c:pt>
                <c:pt idx="125">
                  <c:v>337</c:v>
                </c:pt>
                <c:pt idx="126">
                  <c:v>332</c:v>
                </c:pt>
                <c:pt idx="127">
                  <c:v>305</c:v>
                </c:pt>
                <c:pt idx="128">
                  <c:v>323</c:v>
                </c:pt>
                <c:pt idx="129">
                  <c:v>332</c:v>
                </c:pt>
                <c:pt idx="130">
                  <c:v>305</c:v>
                </c:pt>
                <c:pt idx="131">
                  <c:v>332</c:v>
                </c:pt>
                <c:pt idx="132">
                  <c:v>332</c:v>
                </c:pt>
                <c:pt idx="133">
                  <c:v>320</c:v>
                </c:pt>
                <c:pt idx="134">
                  <c:v>324</c:v>
                </c:pt>
                <c:pt idx="135">
                  <c:v>305</c:v>
                </c:pt>
                <c:pt idx="136">
                  <c:v>320</c:v>
                </c:pt>
                <c:pt idx="137">
                  <c:v>337</c:v>
                </c:pt>
                <c:pt idx="138">
                  <c:v>332</c:v>
                </c:pt>
                <c:pt idx="139">
                  <c:v>332</c:v>
                </c:pt>
                <c:pt idx="140">
                  <c:v>332</c:v>
                </c:pt>
                <c:pt idx="141">
                  <c:v>324</c:v>
                </c:pt>
                <c:pt idx="142">
                  <c:v>324</c:v>
                </c:pt>
                <c:pt idx="143">
                  <c:v>323</c:v>
                </c:pt>
                <c:pt idx="144">
                  <c:v>337</c:v>
                </c:pt>
                <c:pt idx="145">
                  <c:v>324</c:v>
                </c:pt>
                <c:pt idx="146">
                  <c:v>305</c:v>
                </c:pt>
                <c:pt idx="147">
                  <c:v>324</c:v>
                </c:pt>
                <c:pt idx="148">
                  <c:v>337</c:v>
                </c:pt>
                <c:pt idx="149">
                  <c:v>324</c:v>
                </c:pt>
                <c:pt idx="150">
                  <c:v>305</c:v>
                </c:pt>
                <c:pt idx="151">
                  <c:v>332</c:v>
                </c:pt>
                <c:pt idx="152">
                  <c:v>305</c:v>
                </c:pt>
                <c:pt idx="153">
                  <c:v>323</c:v>
                </c:pt>
                <c:pt idx="154">
                  <c:v>332</c:v>
                </c:pt>
                <c:pt idx="155">
                  <c:v>323</c:v>
                </c:pt>
                <c:pt idx="156">
                  <c:v>320</c:v>
                </c:pt>
                <c:pt idx="157">
                  <c:v>337</c:v>
                </c:pt>
                <c:pt idx="158">
                  <c:v>324</c:v>
                </c:pt>
                <c:pt idx="159">
                  <c:v>332</c:v>
                </c:pt>
                <c:pt idx="160">
                  <c:v>323</c:v>
                </c:pt>
                <c:pt idx="161">
                  <c:v>332</c:v>
                </c:pt>
                <c:pt idx="162">
                  <c:v>323</c:v>
                </c:pt>
                <c:pt idx="163">
                  <c:v>332</c:v>
                </c:pt>
                <c:pt idx="164">
                  <c:v>323</c:v>
                </c:pt>
                <c:pt idx="165">
                  <c:v>324</c:v>
                </c:pt>
                <c:pt idx="166">
                  <c:v>337</c:v>
                </c:pt>
                <c:pt idx="167">
                  <c:v>305</c:v>
                </c:pt>
                <c:pt idx="168">
                  <c:v>323</c:v>
                </c:pt>
                <c:pt idx="169">
                  <c:v>332</c:v>
                </c:pt>
                <c:pt idx="170">
                  <c:v>324</c:v>
                </c:pt>
                <c:pt idx="171">
                  <c:v>323</c:v>
                </c:pt>
                <c:pt idx="172">
                  <c:v>320</c:v>
                </c:pt>
                <c:pt idx="173">
                  <c:v>320</c:v>
                </c:pt>
                <c:pt idx="174">
                  <c:v>323</c:v>
                </c:pt>
                <c:pt idx="175">
                  <c:v>337</c:v>
                </c:pt>
                <c:pt idx="176">
                  <c:v>323</c:v>
                </c:pt>
                <c:pt idx="177">
                  <c:v>305</c:v>
                </c:pt>
                <c:pt idx="178">
                  <c:v>323</c:v>
                </c:pt>
                <c:pt idx="179">
                  <c:v>324</c:v>
                </c:pt>
                <c:pt idx="180">
                  <c:v>305</c:v>
                </c:pt>
                <c:pt idx="181">
                  <c:v>323</c:v>
                </c:pt>
                <c:pt idx="182">
                  <c:v>332</c:v>
                </c:pt>
                <c:pt idx="183">
                  <c:v>324</c:v>
                </c:pt>
                <c:pt idx="184">
                  <c:v>332</c:v>
                </c:pt>
                <c:pt idx="185">
                  <c:v>323</c:v>
                </c:pt>
                <c:pt idx="186">
                  <c:v>337</c:v>
                </c:pt>
                <c:pt idx="187">
                  <c:v>337</c:v>
                </c:pt>
                <c:pt idx="188">
                  <c:v>337</c:v>
                </c:pt>
                <c:pt idx="189">
                  <c:v>337</c:v>
                </c:pt>
                <c:pt idx="190">
                  <c:v>337</c:v>
                </c:pt>
                <c:pt idx="191">
                  <c:v>305</c:v>
                </c:pt>
                <c:pt idx="192">
                  <c:v>323</c:v>
                </c:pt>
                <c:pt idx="193">
                  <c:v>337</c:v>
                </c:pt>
                <c:pt idx="194">
                  <c:v>320</c:v>
                </c:pt>
                <c:pt idx="195">
                  <c:v>305</c:v>
                </c:pt>
                <c:pt idx="196">
                  <c:v>324</c:v>
                </c:pt>
                <c:pt idx="197">
                  <c:v>337</c:v>
                </c:pt>
                <c:pt idx="198">
                  <c:v>324</c:v>
                </c:pt>
                <c:pt idx="199">
                  <c:v>323</c:v>
                </c:pt>
                <c:pt idx="200">
                  <c:v>332</c:v>
                </c:pt>
                <c:pt idx="201">
                  <c:v>320</c:v>
                </c:pt>
                <c:pt idx="202">
                  <c:v>320</c:v>
                </c:pt>
                <c:pt idx="203">
                  <c:v>324</c:v>
                </c:pt>
                <c:pt idx="204">
                  <c:v>337</c:v>
                </c:pt>
                <c:pt idx="205">
                  <c:v>324</c:v>
                </c:pt>
                <c:pt idx="206">
                  <c:v>320</c:v>
                </c:pt>
                <c:pt idx="207">
                  <c:v>337</c:v>
                </c:pt>
                <c:pt idx="208">
                  <c:v>305</c:v>
                </c:pt>
                <c:pt idx="209">
                  <c:v>320</c:v>
                </c:pt>
                <c:pt idx="210">
                  <c:v>320</c:v>
                </c:pt>
                <c:pt idx="211">
                  <c:v>323</c:v>
                </c:pt>
                <c:pt idx="212">
                  <c:v>337</c:v>
                </c:pt>
                <c:pt idx="213">
                  <c:v>332</c:v>
                </c:pt>
                <c:pt idx="214">
                  <c:v>332</c:v>
                </c:pt>
                <c:pt idx="215">
                  <c:v>337</c:v>
                </c:pt>
                <c:pt idx="216">
                  <c:v>332</c:v>
                </c:pt>
                <c:pt idx="217">
                  <c:v>320</c:v>
                </c:pt>
                <c:pt idx="218">
                  <c:v>305</c:v>
                </c:pt>
                <c:pt idx="219">
                  <c:v>323</c:v>
                </c:pt>
                <c:pt idx="220">
                  <c:v>320</c:v>
                </c:pt>
                <c:pt idx="221">
                  <c:v>323</c:v>
                </c:pt>
                <c:pt idx="222">
                  <c:v>320</c:v>
                </c:pt>
                <c:pt idx="223">
                  <c:v>305</c:v>
                </c:pt>
                <c:pt idx="224">
                  <c:v>323</c:v>
                </c:pt>
                <c:pt idx="225">
                  <c:v>332</c:v>
                </c:pt>
                <c:pt idx="226">
                  <c:v>324</c:v>
                </c:pt>
                <c:pt idx="227">
                  <c:v>320</c:v>
                </c:pt>
                <c:pt idx="228">
                  <c:v>320</c:v>
                </c:pt>
                <c:pt idx="229">
                  <c:v>337</c:v>
                </c:pt>
                <c:pt idx="230">
                  <c:v>305</c:v>
                </c:pt>
                <c:pt idx="231">
                  <c:v>320</c:v>
                </c:pt>
                <c:pt idx="232">
                  <c:v>324</c:v>
                </c:pt>
                <c:pt idx="233">
                  <c:v>305</c:v>
                </c:pt>
                <c:pt idx="234">
                  <c:v>324</c:v>
                </c:pt>
                <c:pt idx="235">
                  <c:v>332</c:v>
                </c:pt>
                <c:pt idx="236">
                  <c:v>324</c:v>
                </c:pt>
                <c:pt idx="237">
                  <c:v>305</c:v>
                </c:pt>
                <c:pt idx="238">
                  <c:v>320</c:v>
                </c:pt>
                <c:pt idx="239">
                  <c:v>305</c:v>
                </c:pt>
                <c:pt idx="240">
                  <c:v>323</c:v>
                </c:pt>
                <c:pt idx="241">
                  <c:v>324</c:v>
                </c:pt>
                <c:pt idx="242">
                  <c:v>305</c:v>
                </c:pt>
                <c:pt idx="243">
                  <c:v>337</c:v>
                </c:pt>
                <c:pt idx="244">
                  <c:v>337</c:v>
                </c:pt>
                <c:pt idx="245">
                  <c:v>337</c:v>
                </c:pt>
                <c:pt idx="246">
                  <c:v>320</c:v>
                </c:pt>
                <c:pt idx="247">
                  <c:v>305</c:v>
                </c:pt>
                <c:pt idx="248">
                  <c:v>320</c:v>
                </c:pt>
                <c:pt idx="249">
                  <c:v>323</c:v>
                </c:pt>
                <c:pt idx="250">
                  <c:v>323</c:v>
                </c:pt>
                <c:pt idx="251">
                  <c:v>305</c:v>
                </c:pt>
                <c:pt idx="252">
                  <c:v>332</c:v>
                </c:pt>
                <c:pt idx="253">
                  <c:v>337</c:v>
                </c:pt>
                <c:pt idx="254">
                  <c:v>337</c:v>
                </c:pt>
                <c:pt idx="255">
                  <c:v>305</c:v>
                </c:pt>
                <c:pt idx="256">
                  <c:v>320</c:v>
                </c:pt>
                <c:pt idx="257">
                  <c:v>337</c:v>
                </c:pt>
                <c:pt idx="258">
                  <c:v>320</c:v>
                </c:pt>
                <c:pt idx="259">
                  <c:v>320</c:v>
                </c:pt>
                <c:pt idx="260">
                  <c:v>320</c:v>
                </c:pt>
                <c:pt idx="261">
                  <c:v>305</c:v>
                </c:pt>
                <c:pt idx="262">
                  <c:v>305</c:v>
                </c:pt>
                <c:pt idx="263">
                  <c:v>332</c:v>
                </c:pt>
                <c:pt idx="264">
                  <c:v>332</c:v>
                </c:pt>
                <c:pt idx="265">
                  <c:v>332</c:v>
                </c:pt>
                <c:pt idx="266">
                  <c:v>337</c:v>
                </c:pt>
                <c:pt idx="267">
                  <c:v>323</c:v>
                </c:pt>
                <c:pt idx="268">
                  <c:v>337</c:v>
                </c:pt>
                <c:pt idx="269">
                  <c:v>337</c:v>
                </c:pt>
                <c:pt idx="270">
                  <c:v>332</c:v>
                </c:pt>
                <c:pt idx="271">
                  <c:v>324</c:v>
                </c:pt>
                <c:pt idx="272">
                  <c:v>337</c:v>
                </c:pt>
                <c:pt idx="273">
                  <c:v>337</c:v>
                </c:pt>
                <c:pt idx="274">
                  <c:v>324</c:v>
                </c:pt>
                <c:pt idx="275">
                  <c:v>305</c:v>
                </c:pt>
                <c:pt idx="276">
                  <c:v>337</c:v>
                </c:pt>
                <c:pt idx="277">
                  <c:v>305</c:v>
                </c:pt>
                <c:pt idx="278">
                  <c:v>305</c:v>
                </c:pt>
                <c:pt idx="279">
                  <c:v>332</c:v>
                </c:pt>
                <c:pt idx="280">
                  <c:v>337</c:v>
                </c:pt>
                <c:pt idx="281">
                  <c:v>337</c:v>
                </c:pt>
                <c:pt idx="282">
                  <c:v>332</c:v>
                </c:pt>
                <c:pt idx="283">
                  <c:v>324</c:v>
                </c:pt>
                <c:pt idx="284">
                  <c:v>324</c:v>
                </c:pt>
                <c:pt idx="285">
                  <c:v>324</c:v>
                </c:pt>
                <c:pt idx="286">
                  <c:v>337</c:v>
                </c:pt>
                <c:pt idx="287">
                  <c:v>332</c:v>
                </c:pt>
                <c:pt idx="288">
                  <c:v>323</c:v>
                </c:pt>
                <c:pt idx="289">
                  <c:v>337</c:v>
                </c:pt>
                <c:pt idx="290">
                  <c:v>320</c:v>
                </c:pt>
                <c:pt idx="291">
                  <c:v>320</c:v>
                </c:pt>
                <c:pt idx="292">
                  <c:v>320</c:v>
                </c:pt>
                <c:pt idx="293">
                  <c:v>323</c:v>
                </c:pt>
                <c:pt idx="294">
                  <c:v>324</c:v>
                </c:pt>
                <c:pt idx="295">
                  <c:v>320</c:v>
                </c:pt>
                <c:pt idx="296">
                  <c:v>320</c:v>
                </c:pt>
                <c:pt idx="297">
                  <c:v>337</c:v>
                </c:pt>
                <c:pt idx="298">
                  <c:v>337</c:v>
                </c:pt>
                <c:pt idx="299">
                  <c:v>337</c:v>
                </c:pt>
                <c:pt idx="300">
                  <c:v>305</c:v>
                </c:pt>
                <c:pt idx="301">
                  <c:v>324</c:v>
                </c:pt>
                <c:pt idx="302">
                  <c:v>323</c:v>
                </c:pt>
                <c:pt idx="303">
                  <c:v>320</c:v>
                </c:pt>
                <c:pt idx="304">
                  <c:v>320</c:v>
                </c:pt>
                <c:pt idx="305">
                  <c:v>320</c:v>
                </c:pt>
                <c:pt idx="306">
                  <c:v>332</c:v>
                </c:pt>
                <c:pt idx="307">
                  <c:v>337</c:v>
                </c:pt>
                <c:pt idx="308">
                  <c:v>320</c:v>
                </c:pt>
                <c:pt idx="309">
                  <c:v>305</c:v>
                </c:pt>
                <c:pt idx="310">
                  <c:v>332</c:v>
                </c:pt>
                <c:pt idx="311">
                  <c:v>305</c:v>
                </c:pt>
                <c:pt idx="312">
                  <c:v>323</c:v>
                </c:pt>
                <c:pt idx="313">
                  <c:v>324</c:v>
                </c:pt>
                <c:pt idx="314">
                  <c:v>320</c:v>
                </c:pt>
                <c:pt idx="315">
                  <c:v>323</c:v>
                </c:pt>
                <c:pt idx="316">
                  <c:v>323</c:v>
                </c:pt>
                <c:pt idx="317">
                  <c:v>320</c:v>
                </c:pt>
                <c:pt idx="318">
                  <c:v>324</c:v>
                </c:pt>
                <c:pt idx="319">
                  <c:v>324</c:v>
                </c:pt>
                <c:pt idx="320">
                  <c:v>323</c:v>
                </c:pt>
                <c:pt idx="321">
                  <c:v>324</c:v>
                </c:pt>
                <c:pt idx="322">
                  <c:v>324</c:v>
                </c:pt>
                <c:pt idx="323">
                  <c:v>305</c:v>
                </c:pt>
                <c:pt idx="324">
                  <c:v>337</c:v>
                </c:pt>
                <c:pt idx="325">
                  <c:v>332</c:v>
                </c:pt>
                <c:pt idx="326">
                  <c:v>323</c:v>
                </c:pt>
                <c:pt idx="327">
                  <c:v>323</c:v>
                </c:pt>
                <c:pt idx="328">
                  <c:v>324</c:v>
                </c:pt>
                <c:pt idx="329">
                  <c:v>320</c:v>
                </c:pt>
                <c:pt idx="330">
                  <c:v>337</c:v>
                </c:pt>
                <c:pt idx="331">
                  <c:v>323</c:v>
                </c:pt>
                <c:pt idx="332">
                  <c:v>305</c:v>
                </c:pt>
                <c:pt idx="333">
                  <c:v>323</c:v>
                </c:pt>
                <c:pt idx="334">
                  <c:v>332</c:v>
                </c:pt>
                <c:pt idx="335">
                  <c:v>320</c:v>
                </c:pt>
                <c:pt idx="336">
                  <c:v>305</c:v>
                </c:pt>
                <c:pt idx="337">
                  <c:v>332</c:v>
                </c:pt>
                <c:pt idx="338">
                  <c:v>320</c:v>
                </c:pt>
                <c:pt idx="339">
                  <c:v>323</c:v>
                </c:pt>
                <c:pt idx="340">
                  <c:v>320</c:v>
                </c:pt>
                <c:pt idx="341">
                  <c:v>324</c:v>
                </c:pt>
                <c:pt idx="342">
                  <c:v>324</c:v>
                </c:pt>
                <c:pt idx="343">
                  <c:v>323</c:v>
                </c:pt>
                <c:pt idx="344">
                  <c:v>332</c:v>
                </c:pt>
                <c:pt idx="345">
                  <c:v>305</c:v>
                </c:pt>
                <c:pt idx="346">
                  <c:v>320</c:v>
                </c:pt>
                <c:pt idx="347">
                  <c:v>337</c:v>
                </c:pt>
                <c:pt idx="348">
                  <c:v>320</c:v>
                </c:pt>
                <c:pt idx="349">
                  <c:v>324</c:v>
                </c:pt>
                <c:pt idx="350">
                  <c:v>305</c:v>
                </c:pt>
                <c:pt idx="351">
                  <c:v>320</c:v>
                </c:pt>
                <c:pt idx="352">
                  <c:v>305</c:v>
                </c:pt>
                <c:pt idx="353">
                  <c:v>337</c:v>
                </c:pt>
                <c:pt idx="354">
                  <c:v>320</c:v>
                </c:pt>
                <c:pt idx="355">
                  <c:v>323</c:v>
                </c:pt>
                <c:pt idx="356">
                  <c:v>305</c:v>
                </c:pt>
                <c:pt idx="357">
                  <c:v>332</c:v>
                </c:pt>
                <c:pt idx="358">
                  <c:v>320</c:v>
                </c:pt>
                <c:pt idx="359">
                  <c:v>332</c:v>
                </c:pt>
                <c:pt idx="360">
                  <c:v>323</c:v>
                </c:pt>
                <c:pt idx="361">
                  <c:v>323</c:v>
                </c:pt>
                <c:pt idx="362">
                  <c:v>323</c:v>
                </c:pt>
                <c:pt idx="363">
                  <c:v>337</c:v>
                </c:pt>
                <c:pt idx="364">
                  <c:v>323</c:v>
                </c:pt>
                <c:pt idx="365">
                  <c:v>305</c:v>
                </c:pt>
                <c:pt idx="366">
                  <c:v>320</c:v>
                </c:pt>
                <c:pt idx="367">
                  <c:v>337</c:v>
                </c:pt>
                <c:pt idx="368">
                  <c:v>332</c:v>
                </c:pt>
                <c:pt idx="369">
                  <c:v>320</c:v>
                </c:pt>
                <c:pt idx="370">
                  <c:v>320</c:v>
                </c:pt>
                <c:pt idx="371">
                  <c:v>305</c:v>
                </c:pt>
                <c:pt idx="372">
                  <c:v>337</c:v>
                </c:pt>
                <c:pt idx="373">
                  <c:v>305</c:v>
                </c:pt>
                <c:pt idx="374">
                  <c:v>337</c:v>
                </c:pt>
                <c:pt idx="375">
                  <c:v>305</c:v>
                </c:pt>
                <c:pt idx="376">
                  <c:v>337</c:v>
                </c:pt>
                <c:pt idx="377">
                  <c:v>332</c:v>
                </c:pt>
                <c:pt idx="378">
                  <c:v>305</c:v>
                </c:pt>
                <c:pt idx="379">
                  <c:v>320</c:v>
                </c:pt>
                <c:pt idx="380">
                  <c:v>332</c:v>
                </c:pt>
                <c:pt idx="381">
                  <c:v>320</c:v>
                </c:pt>
                <c:pt idx="382">
                  <c:v>323</c:v>
                </c:pt>
                <c:pt idx="383">
                  <c:v>323</c:v>
                </c:pt>
                <c:pt idx="384">
                  <c:v>323</c:v>
                </c:pt>
                <c:pt idx="385">
                  <c:v>332</c:v>
                </c:pt>
                <c:pt idx="386">
                  <c:v>323</c:v>
                </c:pt>
                <c:pt idx="387">
                  <c:v>324</c:v>
                </c:pt>
                <c:pt idx="388">
                  <c:v>305</c:v>
                </c:pt>
                <c:pt idx="389">
                  <c:v>323</c:v>
                </c:pt>
                <c:pt idx="390">
                  <c:v>305</c:v>
                </c:pt>
                <c:pt idx="391">
                  <c:v>305</c:v>
                </c:pt>
                <c:pt idx="392">
                  <c:v>320</c:v>
                </c:pt>
                <c:pt idx="393">
                  <c:v>332</c:v>
                </c:pt>
                <c:pt idx="394">
                  <c:v>324</c:v>
                </c:pt>
                <c:pt idx="395">
                  <c:v>324</c:v>
                </c:pt>
                <c:pt idx="396">
                  <c:v>323</c:v>
                </c:pt>
                <c:pt idx="397">
                  <c:v>337</c:v>
                </c:pt>
                <c:pt idx="398">
                  <c:v>324</c:v>
                </c:pt>
                <c:pt idx="399">
                  <c:v>320</c:v>
                </c:pt>
                <c:pt idx="400">
                  <c:v>323</c:v>
                </c:pt>
                <c:pt idx="401">
                  <c:v>337</c:v>
                </c:pt>
                <c:pt idx="402">
                  <c:v>337</c:v>
                </c:pt>
                <c:pt idx="403">
                  <c:v>305</c:v>
                </c:pt>
                <c:pt idx="404">
                  <c:v>305</c:v>
                </c:pt>
                <c:pt idx="405">
                  <c:v>332</c:v>
                </c:pt>
                <c:pt idx="406">
                  <c:v>323</c:v>
                </c:pt>
                <c:pt idx="407">
                  <c:v>305</c:v>
                </c:pt>
                <c:pt idx="408">
                  <c:v>337</c:v>
                </c:pt>
                <c:pt idx="409">
                  <c:v>305</c:v>
                </c:pt>
                <c:pt idx="410">
                  <c:v>324</c:v>
                </c:pt>
                <c:pt idx="411">
                  <c:v>332</c:v>
                </c:pt>
                <c:pt idx="412">
                  <c:v>324</c:v>
                </c:pt>
                <c:pt idx="413">
                  <c:v>332</c:v>
                </c:pt>
                <c:pt idx="414">
                  <c:v>337</c:v>
                </c:pt>
                <c:pt idx="415">
                  <c:v>324</c:v>
                </c:pt>
                <c:pt idx="416">
                  <c:v>337</c:v>
                </c:pt>
                <c:pt idx="417">
                  <c:v>324</c:v>
                </c:pt>
                <c:pt idx="418">
                  <c:v>324</c:v>
                </c:pt>
                <c:pt idx="419">
                  <c:v>320</c:v>
                </c:pt>
                <c:pt idx="420">
                  <c:v>323</c:v>
                </c:pt>
                <c:pt idx="421">
                  <c:v>320</c:v>
                </c:pt>
                <c:pt idx="422">
                  <c:v>305</c:v>
                </c:pt>
                <c:pt idx="423">
                  <c:v>305</c:v>
                </c:pt>
                <c:pt idx="424">
                  <c:v>305</c:v>
                </c:pt>
                <c:pt idx="425">
                  <c:v>305</c:v>
                </c:pt>
                <c:pt idx="426">
                  <c:v>324</c:v>
                </c:pt>
                <c:pt idx="427">
                  <c:v>323</c:v>
                </c:pt>
                <c:pt idx="428">
                  <c:v>332</c:v>
                </c:pt>
                <c:pt idx="429">
                  <c:v>337</c:v>
                </c:pt>
                <c:pt idx="430">
                  <c:v>305</c:v>
                </c:pt>
                <c:pt idx="431">
                  <c:v>323</c:v>
                </c:pt>
                <c:pt idx="432">
                  <c:v>320</c:v>
                </c:pt>
                <c:pt idx="433">
                  <c:v>305</c:v>
                </c:pt>
                <c:pt idx="434">
                  <c:v>305</c:v>
                </c:pt>
                <c:pt idx="435">
                  <c:v>332</c:v>
                </c:pt>
                <c:pt idx="436">
                  <c:v>332</c:v>
                </c:pt>
                <c:pt idx="437">
                  <c:v>337</c:v>
                </c:pt>
                <c:pt idx="438">
                  <c:v>323</c:v>
                </c:pt>
                <c:pt idx="439">
                  <c:v>320</c:v>
                </c:pt>
                <c:pt idx="440">
                  <c:v>323</c:v>
                </c:pt>
                <c:pt idx="441">
                  <c:v>332</c:v>
                </c:pt>
                <c:pt idx="442">
                  <c:v>337</c:v>
                </c:pt>
                <c:pt idx="443">
                  <c:v>305</c:v>
                </c:pt>
                <c:pt idx="444">
                  <c:v>332</c:v>
                </c:pt>
                <c:pt idx="445">
                  <c:v>324</c:v>
                </c:pt>
                <c:pt idx="446">
                  <c:v>323</c:v>
                </c:pt>
                <c:pt idx="447">
                  <c:v>305</c:v>
                </c:pt>
                <c:pt idx="448">
                  <c:v>324</c:v>
                </c:pt>
                <c:pt idx="449">
                  <c:v>332</c:v>
                </c:pt>
                <c:pt idx="450">
                  <c:v>320</c:v>
                </c:pt>
                <c:pt idx="451">
                  <c:v>320</c:v>
                </c:pt>
                <c:pt idx="452">
                  <c:v>323</c:v>
                </c:pt>
                <c:pt idx="453">
                  <c:v>324</c:v>
                </c:pt>
                <c:pt idx="454">
                  <c:v>320</c:v>
                </c:pt>
                <c:pt idx="455">
                  <c:v>305</c:v>
                </c:pt>
                <c:pt idx="456">
                  <c:v>323</c:v>
                </c:pt>
                <c:pt idx="457">
                  <c:v>320</c:v>
                </c:pt>
                <c:pt idx="458">
                  <c:v>320</c:v>
                </c:pt>
                <c:pt idx="459">
                  <c:v>323</c:v>
                </c:pt>
                <c:pt idx="460">
                  <c:v>323</c:v>
                </c:pt>
                <c:pt idx="461">
                  <c:v>323</c:v>
                </c:pt>
                <c:pt idx="462">
                  <c:v>332</c:v>
                </c:pt>
                <c:pt idx="463">
                  <c:v>323</c:v>
                </c:pt>
                <c:pt idx="464">
                  <c:v>323</c:v>
                </c:pt>
                <c:pt idx="465">
                  <c:v>332</c:v>
                </c:pt>
                <c:pt idx="466">
                  <c:v>324</c:v>
                </c:pt>
                <c:pt idx="467">
                  <c:v>332</c:v>
                </c:pt>
                <c:pt idx="468">
                  <c:v>323</c:v>
                </c:pt>
                <c:pt idx="469">
                  <c:v>320</c:v>
                </c:pt>
                <c:pt idx="470">
                  <c:v>337</c:v>
                </c:pt>
                <c:pt idx="471">
                  <c:v>332</c:v>
                </c:pt>
                <c:pt idx="472">
                  <c:v>305</c:v>
                </c:pt>
                <c:pt idx="473">
                  <c:v>324</c:v>
                </c:pt>
                <c:pt idx="474">
                  <c:v>320</c:v>
                </c:pt>
                <c:pt idx="475">
                  <c:v>324</c:v>
                </c:pt>
                <c:pt idx="476">
                  <c:v>332</c:v>
                </c:pt>
                <c:pt idx="477">
                  <c:v>320</c:v>
                </c:pt>
                <c:pt idx="478">
                  <c:v>332</c:v>
                </c:pt>
                <c:pt idx="479">
                  <c:v>320</c:v>
                </c:pt>
                <c:pt idx="480">
                  <c:v>323</c:v>
                </c:pt>
                <c:pt idx="481">
                  <c:v>320</c:v>
                </c:pt>
                <c:pt idx="482">
                  <c:v>332</c:v>
                </c:pt>
                <c:pt idx="483">
                  <c:v>337</c:v>
                </c:pt>
                <c:pt idx="484">
                  <c:v>332</c:v>
                </c:pt>
                <c:pt idx="485">
                  <c:v>332</c:v>
                </c:pt>
                <c:pt idx="486">
                  <c:v>305</c:v>
                </c:pt>
                <c:pt idx="487">
                  <c:v>305</c:v>
                </c:pt>
                <c:pt idx="488">
                  <c:v>337</c:v>
                </c:pt>
                <c:pt idx="489">
                  <c:v>337</c:v>
                </c:pt>
                <c:pt idx="490">
                  <c:v>305</c:v>
                </c:pt>
                <c:pt idx="491">
                  <c:v>305</c:v>
                </c:pt>
                <c:pt idx="492">
                  <c:v>324</c:v>
                </c:pt>
                <c:pt idx="493">
                  <c:v>337</c:v>
                </c:pt>
                <c:pt idx="494">
                  <c:v>305</c:v>
                </c:pt>
                <c:pt idx="495">
                  <c:v>332</c:v>
                </c:pt>
                <c:pt idx="496">
                  <c:v>320</c:v>
                </c:pt>
                <c:pt idx="497">
                  <c:v>323</c:v>
                </c:pt>
                <c:pt idx="498">
                  <c:v>332</c:v>
                </c:pt>
                <c:pt idx="499">
                  <c:v>332</c:v>
                </c:pt>
                <c:pt idx="500">
                  <c:v>332</c:v>
                </c:pt>
                <c:pt idx="501">
                  <c:v>305</c:v>
                </c:pt>
                <c:pt idx="502">
                  <c:v>337</c:v>
                </c:pt>
                <c:pt idx="503">
                  <c:v>332</c:v>
                </c:pt>
                <c:pt idx="504">
                  <c:v>332</c:v>
                </c:pt>
                <c:pt idx="505">
                  <c:v>320</c:v>
                </c:pt>
                <c:pt idx="506">
                  <c:v>332</c:v>
                </c:pt>
                <c:pt idx="507">
                  <c:v>323</c:v>
                </c:pt>
                <c:pt idx="508">
                  <c:v>324</c:v>
                </c:pt>
                <c:pt idx="509">
                  <c:v>337</c:v>
                </c:pt>
                <c:pt idx="510">
                  <c:v>332</c:v>
                </c:pt>
                <c:pt idx="511">
                  <c:v>337</c:v>
                </c:pt>
                <c:pt idx="512">
                  <c:v>305</c:v>
                </c:pt>
                <c:pt idx="513">
                  <c:v>320</c:v>
                </c:pt>
                <c:pt idx="514">
                  <c:v>332</c:v>
                </c:pt>
                <c:pt idx="515">
                  <c:v>305</c:v>
                </c:pt>
                <c:pt idx="516">
                  <c:v>324</c:v>
                </c:pt>
                <c:pt idx="517">
                  <c:v>337</c:v>
                </c:pt>
                <c:pt idx="518">
                  <c:v>337</c:v>
                </c:pt>
                <c:pt idx="519">
                  <c:v>332</c:v>
                </c:pt>
                <c:pt idx="520">
                  <c:v>320</c:v>
                </c:pt>
                <c:pt idx="521">
                  <c:v>337</c:v>
                </c:pt>
                <c:pt idx="522">
                  <c:v>337</c:v>
                </c:pt>
                <c:pt idx="523">
                  <c:v>324</c:v>
                </c:pt>
                <c:pt idx="524">
                  <c:v>323</c:v>
                </c:pt>
                <c:pt idx="525">
                  <c:v>332</c:v>
                </c:pt>
                <c:pt idx="526">
                  <c:v>305</c:v>
                </c:pt>
                <c:pt idx="527">
                  <c:v>305</c:v>
                </c:pt>
                <c:pt idx="528">
                  <c:v>323</c:v>
                </c:pt>
                <c:pt idx="529">
                  <c:v>332</c:v>
                </c:pt>
                <c:pt idx="530">
                  <c:v>324</c:v>
                </c:pt>
                <c:pt idx="531">
                  <c:v>305</c:v>
                </c:pt>
                <c:pt idx="532">
                  <c:v>320</c:v>
                </c:pt>
                <c:pt idx="533">
                  <c:v>323</c:v>
                </c:pt>
                <c:pt idx="534">
                  <c:v>337</c:v>
                </c:pt>
                <c:pt idx="535">
                  <c:v>337</c:v>
                </c:pt>
                <c:pt idx="536">
                  <c:v>305</c:v>
                </c:pt>
                <c:pt idx="537">
                  <c:v>337</c:v>
                </c:pt>
                <c:pt idx="538">
                  <c:v>305</c:v>
                </c:pt>
                <c:pt idx="539">
                  <c:v>323</c:v>
                </c:pt>
                <c:pt idx="540">
                  <c:v>337</c:v>
                </c:pt>
                <c:pt idx="541">
                  <c:v>324</c:v>
                </c:pt>
                <c:pt idx="542">
                  <c:v>332</c:v>
                </c:pt>
                <c:pt idx="543">
                  <c:v>320</c:v>
                </c:pt>
                <c:pt idx="544">
                  <c:v>323</c:v>
                </c:pt>
                <c:pt idx="545">
                  <c:v>337</c:v>
                </c:pt>
                <c:pt idx="546">
                  <c:v>305</c:v>
                </c:pt>
                <c:pt idx="547">
                  <c:v>332</c:v>
                </c:pt>
                <c:pt idx="548">
                  <c:v>332</c:v>
                </c:pt>
                <c:pt idx="549">
                  <c:v>320</c:v>
                </c:pt>
                <c:pt idx="550">
                  <c:v>305</c:v>
                </c:pt>
                <c:pt idx="551">
                  <c:v>305</c:v>
                </c:pt>
                <c:pt idx="552">
                  <c:v>324</c:v>
                </c:pt>
                <c:pt idx="553">
                  <c:v>320</c:v>
                </c:pt>
                <c:pt idx="554">
                  <c:v>320</c:v>
                </c:pt>
                <c:pt idx="555">
                  <c:v>337</c:v>
                </c:pt>
                <c:pt idx="556">
                  <c:v>305</c:v>
                </c:pt>
                <c:pt idx="557">
                  <c:v>323</c:v>
                </c:pt>
                <c:pt idx="558">
                  <c:v>323</c:v>
                </c:pt>
                <c:pt idx="559">
                  <c:v>337</c:v>
                </c:pt>
                <c:pt idx="560">
                  <c:v>320</c:v>
                </c:pt>
                <c:pt idx="561">
                  <c:v>323</c:v>
                </c:pt>
                <c:pt idx="562">
                  <c:v>320</c:v>
                </c:pt>
                <c:pt idx="563">
                  <c:v>320</c:v>
                </c:pt>
                <c:pt idx="564">
                  <c:v>305</c:v>
                </c:pt>
                <c:pt idx="565">
                  <c:v>323</c:v>
                </c:pt>
                <c:pt idx="566">
                  <c:v>332</c:v>
                </c:pt>
                <c:pt idx="567">
                  <c:v>305</c:v>
                </c:pt>
                <c:pt idx="568">
                  <c:v>305</c:v>
                </c:pt>
                <c:pt idx="569">
                  <c:v>332</c:v>
                </c:pt>
                <c:pt idx="570">
                  <c:v>337</c:v>
                </c:pt>
                <c:pt idx="571">
                  <c:v>332</c:v>
                </c:pt>
                <c:pt idx="572">
                  <c:v>323</c:v>
                </c:pt>
                <c:pt idx="573">
                  <c:v>323</c:v>
                </c:pt>
                <c:pt idx="574">
                  <c:v>332</c:v>
                </c:pt>
                <c:pt idx="575">
                  <c:v>305</c:v>
                </c:pt>
                <c:pt idx="576">
                  <c:v>323</c:v>
                </c:pt>
                <c:pt idx="577">
                  <c:v>323</c:v>
                </c:pt>
                <c:pt idx="578">
                  <c:v>324</c:v>
                </c:pt>
                <c:pt idx="579">
                  <c:v>324</c:v>
                </c:pt>
                <c:pt idx="580">
                  <c:v>323</c:v>
                </c:pt>
                <c:pt idx="581">
                  <c:v>324</c:v>
                </c:pt>
                <c:pt idx="582">
                  <c:v>305</c:v>
                </c:pt>
                <c:pt idx="583">
                  <c:v>305</c:v>
                </c:pt>
                <c:pt idx="584">
                  <c:v>332</c:v>
                </c:pt>
                <c:pt idx="585">
                  <c:v>324</c:v>
                </c:pt>
                <c:pt idx="586">
                  <c:v>323</c:v>
                </c:pt>
                <c:pt idx="587">
                  <c:v>332</c:v>
                </c:pt>
                <c:pt idx="588">
                  <c:v>305</c:v>
                </c:pt>
                <c:pt idx="589">
                  <c:v>324</c:v>
                </c:pt>
                <c:pt idx="590">
                  <c:v>324</c:v>
                </c:pt>
                <c:pt idx="591">
                  <c:v>337</c:v>
                </c:pt>
                <c:pt idx="592">
                  <c:v>332</c:v>
                </c:pt>
                <c:pt idx="593">
                  <c:v>332</c:v>
                </c:pt>
                <c:pt idx="594">
                  <c:v>332</c:v>
                </c:pt>
                <c:pt idx="595">
                  <c:v>324</c:v>
                </c:pt>
                <c:pt idx="596">
                  <c:v>323</c:v>
                </c:pt>
                <c:pt idx="597">
                  <c:v>332</c:v>
                </c:pt>
                <c:pt idx="598">
                  <c:v>305</c:v>
                </c:pt>
                <c:pt idx="599">
                  <c:v>337</c:v>
                </c:pt>
                <c:pt idx="600">
                  <c:v>320</c:v>
                </c:pt>
                <c:pt idx="601">
                  <c:v>305</c:v>
                </c:pt>
                <c:pt idx="602">
                  <c:v>323</c:v>
                </c:pt>
                <c:pt idx="603">
                  <c:v>332</c:v>
                </c:pt>
                <c:pt idx="604">
                  <c:v>305</c:v>
                </c:pt>
                <c:pt idx="605">
                  <c:v>337</c:v>
                </c:pt>
                <c:pt idx="606">
                  <c:v>305</c:v>
                </c:pt>
                <c:pt idx="607">
                  <c:v>323</c:v>
                </c:pt>
                <c:pt idx="608">
                  <c:v>305</c:v>
                </c:pt>
                <c:pt idx="609">
                  <c:v>323</c:v>
                </c:pt>
                <c:pt idx="610">
                  <c:v>320</c:v>
                </c:pt>
                <c:pt idx="611">
                  <c:v>323</c:v>
                </c:pt>
                <c:pt idx="612">
                  <c:v>305</c:v>
                </c:pt>
                <c:pt idx="613">
                  <c:v>332</c:v>
                </c:pt>
                <c:pt idx="614">
                  <c:v>323</c:v>
                </c:pt>
                <c:pt idx="615">
                  <c:v>332</c:v>
                </c:pt>
                <c:pt idx="616">
                  <c:v>332</c:v>
                </c:pt>
                <c:pt idx="617">
                  <c:v>320</c:v>
                </c:pt>
                <c:pt idx="618">
                  <c:v>323</c:v>
                </c:pt>
                <c:pt idx="619">
                  <c:v>305</c:v>
                </c:pt>
                <c:pt idx="620">
                  <c:v>323</c:v>
                </c:pt>
                <c:pt idx="621">
                  <c:v>323</c:v>
                </c:pt>
                <c:pt idx="622">
                  <c:v>337</c:v>
                </c:pt>
                <c:pt idx="623">
                  <c:v>305</c:v>
                </c:pt>
                <c:pt idx="624">
                  <c:v>305</c:v>
                </c:pt>
                <c:pt idx="625">
                  <c:v>323</c:v>
                </c:pt>
                <c:pt idx="626">
                  <c:v>332</c:v>
                </c:pt>
                <c:pt idx="627">
                  <c:v>324</c:v>
                </c:pt>
                <c:pt idx="628">
                  <c:v>337</c:v>
                </c:pt>
                <c:pt idx="629">
                  <c:v>305</c:v>
                </c:pt>
                <c:pt idx="630">
                  <c:v>332</c:v>
                </c:pt>
                <c:pt idx="631">
                  <c:v>320</c:v>
                </c:pt>
                <c:pt idx="632">
                  <c:v>323</c:v>
                </c:pt>
                <c:pt idx="633">
                  <c:v>337</c:v>
                </c:pt>
                <c:pt idx="634">
                  <c:v>323</c:v>
                </c:pt>
                <c:pt idx="635">
                  <c:v>324</c:v>
                </c:pt>
                <c:pt idx="636">
                  <c:v>324</c:v>
                </c:pt>
                <c:pt idx="637">
                  <c:v>320</c:v>
                </c:pt>
                <c:pt idx="638">
                  <c:v>323</c:v>
                </c:pt>
                <c:pt idx="639">
                  <c:v>305</c:v>
                </c:pt>
                <c:pt idx="640">
                  <c:v>323</c:v>
                </c:pt>
                <c:pt idx="641">
                  <c:v>320</c:v>
                </c:pt>
                <c:pt idx="642">
                  <c:v>320</c:v>
                </c:pt>
                <c:pt idx="643">
                  <c:v>323</c:v>
                </c:pt>
                <c:pt idx="644">
                  <c:v>320</c:v>
                </c:pt>
                <c:pt idx="645">
                  <c:v>337</c:v>
                </c:pt>
                <c:pt idx="646">
                  <c:v>324</c:v>
                </c:pt>
                <c:pt idx="647">
                  <c:v>305</c:v>
                </c:pt>
                <c:pt idx="648">
                  <c:v>332</c:v>
                </c:pt>
                <c:pt idx="649">
                  <c:v>320</c:v>
                </c:pt>
                <c:pt idx="650">
                  <c:v>320</c:v>
                </c:pt>
                <c:pt idx="651">
                  <c:v>324</c:v>
                </c:pt>
                <c:pt idx="652">
                  <c:v>337</c:v>
                </c:pt>
                <c:pt idx="653">
                  <c:v>332</c:v>
                </c:pt>
                <c:pt idx="654">
                  <c:v>305</c:v>
                </c:pt>
                <c:pt idx="655">
                  <c:v>320</c:v>
                </c:pt>
                <c:pt idx="656">
                  <c:v>320</c:v>
                </c:pt>
                <c:pt idx="657">
                  <c:v>305</c:v>
                </c:pt>
                <c:pt idx="658">
                  <c:v>332</c:v>
                </c:pt>
                <c:pt idx="659">
                  <c:v>305</c:v>
                </c:pt>
                <c:pt idx="660">
                  <c:v>332</c:v>
                </c:pt>
                <c:pt idx="661">
                  <c:v>332</c:v>
                </c:pt>
                <c:pt idx="662">
                  <c:v>305</c:v>
                </c:pt>
                <c:pt idx="663">
                  <c:v>323</c:v>
                </c:pt>
                <c:pt idx="664">
                  <c:v>332</c:v>
                </c:pt>
                <c:pt idx="665">
                  <c:v>305</c:v>
                </c:pt>
                <c:pt idx="666">
                  <c:v>323</c:v>
                </c:pt>
                <c:pt idx="667">
                  <c:v>324</c:v>
                </c:pt>
                <c:pt idx="668">
                  <c:v>324</c:v>
                </c:pt>
                <c:pt idx="669">
                  <c:v>332</c:v>
                </c:pt>
                <c:pt idx="670">
                  <c:v>305</c:v>
                </c:pt>
                <c:pt idx="671">
                  <c:v>323</c:v>
                </c:pt>
                <c:pt idx="672">
                  <c:v>324</c:v>
                </c:pt>
                <c:pt idx="673">
                  <c:v>324</c:v>
                </c:pt>
                <c:pt idx="674">
                  <c:v>320</c:v>
                </c:pt>
                <c:pt idx="675">
                  <c:v>305</c:v>
                </c:pt>
                <c:pt idx="676">
                  <c:v>332</c:v>
                </c:pt>
                <c:pt idx="677">
                  <c:v>323</c:v>
                </c:pt>
                <c:pt idx="678">
                  <c:v>324</c:v>
                </c:pt>
                <c:pt idx="679">
                  <c:v>323</c:v>
                </c:pt>
                <c:pt idx="680">
                  <c:v>320</c:v>
                </c:pt>
                <c:pt idx="681">
                  <c:v>332</c:v>
                </c:pt>
                <c:pt idx="682">
                  <c:v>305</c:v>
                </c:pt>
                <c:pt idx="683">
                  <c:v>305</c:v>
                </c:pt>
                <c:pt idx="684">
                  <c:v>332</c:v>
                </c:pt>
                <c:pt idx="685">
                  <c:v>337</c:v>
                </c:pt>
                <c:pt idx="686">
                  <c:v>332</c:v>
                </c:pt>
                <c:pt idx="687">
                  <c:v>337</c:v>
                </c:pt>
                <c:pt idx="688">
                  <c:v>332</c:v>
                </c:pt>
                <c:pt idx="689">
                  <c:v>323</c:v>
                </c:pt>
                <c:pt idx="690">
                  <c:v>332</c:v>
                </c:pt>
                <c:pt idx="691">
                  <c:v>323</c:v>
                </c:pt>
                <c:pt idx="692">
                  <c:v>324</c:v>
                </c:pt>
                <c:pt idx="693">
                  <c:v>305</c:v>
                </c:pt>
                <c:pt idx="694">
                  <c:v>323</c:v>
                </c:pt>
                <c:pt idx="695">
                  <c:v>337</c:v>
                </c:pt>
                <c:pt idx="696">
                  <c:v>332</c:v>
                </c:pt>
                <c:pt idx="697">
                  <c:v>337</c:v>
                </c:pt>
                <c:pt idx="698">
                  <c:v>320</c:v>
                </c:pt>
                <c:pt idx="699">
                  <c:v>337</c:v>
                </c:pt>
                <c:pt idx="700">
                  <c:v>305</c:v>
                </c:pt>
                <c:pt idx="701">
                  <c:v>323</c:v>
                </c:pt>
                <c:pt idx="702">
                  <c:v>305</c:v>
                </c:pt>
                <c:pt idx="703">
                  <c:v>324</c:v>
                </c:pt>
                <c:pt idx="704">
                  <c:v>337</c:v>
                </c:pt>
                <c:pt idx="705">
                  <c:v>324</c:v>
                </c:pt>
                <c:pt idx="706">
                  <c:v>320</c:v>
                </c:pt>
                <c:pt idx="707">
                  <c:v>323</c:v>
                </c:pt>
                <c:pt idx="708">
                  <c:v>305</c:v>
                </c:pt>
                <c:pt idx="709">
                  <c:v>332</c:v>
                </c:pt>
                <c:pt idx="710">
                  <c:v>323</c:v>
                </c:pt>
                <c:pt idx="711">
                  <c:v>337</c:v>
                </c:pt>
                <c:pt idx="712">
                  <c:v>320</c:v>
                </c:pt>
                <c:pt idx="713">
                  <c:v>324</c:v>
                </c:pt>
                <c:pt idx="714">
                  <c:v>305</c:v>
                </c:pt>
                <c:pt idx="715">
                  <c:v>324</c:v>
                </c:pt>
                <c:pt idx="716">
                  <c:v>305</c:v>
                </c:pt>
                <c:pt idx="717">
                  <c:v>320</c:v>
                </c:pt>
                <c:pt idx="718">
                  <c:v>305</c:v>
                </c:pt>
                <c:pt idx="719">
                  <c:v>305</c:v>
                </c:pt>
                <c:pt idx="720">
                  <c:v>305</c:v>
                </c:pt>
                <c:pt idx="721">
                  <c:v>332</c:v>
                </c:pt>
                <c:pt idx="722">
                  <c:v>337</c:v>
                </c:pt>
                <c:pt idx="723">
                  <c:v>323</c:v>
                </c:pt>
                <c:pt idx="724">
                  <c:v>323</c:v>
                </c:pt>
                <c:pt idx="725">
                  <c:v>324</c:v>
                </c:pt>
                <c:pt idx="726">
                  <c:v>337</c:v>
                </c:pt>
                <c:pt idx="727">
                  <c:v>332</c:v>
                </c:pt>
                <c:pt idx="728">
                  <c:v>305</c:v>
                </c:pt>
                <c:pt idx="729">
                  <c:v>337</c:v>
                </c:pt>
                <c:pt idx="730">
                  <c:v>305</c:v>
                </c:pt>
                <c:pt idx="731">
                  <c:v>324</c:v>
                </c:pt>
                <c:pt idx="732">
                  <c:v>305</c:v>
                </c:pt>
                <c:pt idx="733">
                  <c:v>320</c:v>
                </c:pt>
                <c:pt idx="734">
                  <c:v>323</c:v>
                </c:pt>
                <c:pt idx="735">
                  <c:v>324</c:v>
                </c:pt>
                <c:pt idx="736">
                  <c:v>337</c:v>
                </c:pt>
                <c:pt idx="737">
                  <c:v>320</c:v>
                </c:pt>
                <c:pt idx="738">
                  <c:v>320</c:v>
                </c:pt>
                <c:pt idx="739">
                  <c:v>337</c:v>
                </c:pt>
                <c:pt idx="740">
                  <c:v>337</c:v>
                </c:pt>
                <c:pt idx="741">
                  <c:v>323</c:v>
                </c:pt>
                <c:pt idx="742">
                  <c:v>332</c:v>
                </c:pt>
                <c:pt idx="743">
                  <c:v>337</c:v>
                </c:pt>
                <c:pt idx="744">
                  <c:v>332</c:v>
                </c:pt>
                <c:pt idx="745">
                  <c:v>323</c:v>
                </c:pt>
                <c:pt idx="746">
                  <c:v>305</c:v>
                </c:pt>
                <c:pt idx="747">
                  <c:v>337</c:v>
                </c:pt>
                <c:pt idx="748">
                  <c:v>337</c:v>
                </c:pt>
                <c:pt idx="749">
                  <c:v>324</c:v>
                </c:pt>
                <c:pt idx="750">
                  <c:v>305</c:v>
                </c:pt>
                <c:pt idx="751">
                  <c:v>323</c:v>
                </c:pt>
                <c:pt idx="752">
                  <c:v>320</c:v>
                </c:pt>
                <c:pt idx="753">
                  <c:v>337</c:v>
                </c:pt>
                <c:pt idx="754">
                  <c:v>305</c:v>
                </c:pt>
                <c:pt idx="755">
                  <c:v>305</c:v>
                </c:pt>
                <c:pt idx="756">
                  <c:v>320</c:v>
                </c:pt>
                <c:pt idx="757">
                  <c:v>337</c:v>
                </c:pt>
                <c:pt idx="758">
                  <c:v>323</c:v>
                </c:pt>
                <c:pt idx="759">
                  <c:v>323</c:v>
                </c:pt>
                <c:pt idx="760">
                  <c:v>323</c:v>
                </c:pt>
                <c:pt idx="761">
                  <c:v>320</c:v>
                </c:pt>
                <c:pt idx="762">
                  <c:v>305</c:v>
                </c:pt>
                <c:pt idx="763">
                  <c:v>324</c:v>
                </c:pt>
                <c:pt idx="764">
                  <c:v>324</c:v>
                </c:pt>
                <c:pt idx="765">
                  <c:v>337</c:v>
                </c:pt>
                <c:pt idx="766">
                  <c:v>305</c:v>
                </c:pt>
                <c:pt idx="767">
                  <c:v>332</c:v>
                </c:pt>
                <c:pt idx="768">
                  <c:v>320</c:v>
                </c:pt>
                <c:pt idx="769">
                  <c:v>337</c:v>
                </c:pt>
                <c:pt idx="770">
                  <c:v>332</c:v>
                </c:pt>
                <c:pt idx="771">
                  <c:v>324</c:v>
                </c:pt>
                <c:pt idx="772">
                  <c:v>332</c:v>
                </c:pt>
                <c:pt idx="773">
                  <c:v>323</c:v>
                </c:pt>
                <c:pt idx="774">
                  <c:v>323</c:v>
                </c:pt>
                <c:pt idx="775">
                  <c:v>323</c:v>
                </c:pt>
                <c:pt idx="776">
                  <c:v>324</c:v>
                </c:pt>
                <c:pt idx="777">
                  <c:v>332</c:v>
                </c:pt>
                <c:pt idx="778">
                  <c:v>332</c:v>
                </c:pt>
                <c:pt idx="779">
                  <c:v>320</c:v>
                </c:pt>
                <c:pt idx="780">
                  <c:v>324</c:v>
                </c:pt>
                <c:pt idx="781">
                  <c:v>332</c:v>
                </c:pt>
                <c:pt idx="782">
                  <c:v>305</c:v>
                </c:pt>
                <c:pt idx="783">
                  <c:v>337</c:v>
                </c:pt>
                <c:pt idx="784">
                  <c:v>324</c:v>
                </c:pt>
                <c:pt idx="785">
                  <c:v>320</c:v>
                </c:pt>
                <c:pt idx="786">
                  <c:v>320</c:v>
                </c:pt>
                <c:pt idx="787">
                  <c:v>324</c:v>
                </c:pt>
                <c:pt idx="788">
                  <c:v>324</c:v>
                </c:pt>
                <c:pt idx="789">
                  <c:v>332</c:v>
                </c:pt>
                <c:pt idx="790">
                  <c:v>305</c:v>
                </c:pt>
                <c:pt idx="791">
                  <c:v>324</c:v>
                </c:pt>
                <c:pt idx="792">
                  <c:v>337</c:v>
                </c:pt>
                <c:pt idx="793">
                  <c:v>320</c:v>
                </c:pt>
                <c:pt idx="794">
                  <c:v>320</c:v>
                </c:pt>
                <c:pt idx="795">
                  <c:v>305</c:v>
                </c:pt>
                <c:pt idx="796">
                  <c:v>337</c:v>
                </c:pt>
                <c:pt idx="797">
                  <c:v>332</c:v>
                </c:pt>
                <c:pt idx="798">
                  <c:v>324</c:v>
                </c:pt>
                <c:pt idx="799">
                  <c:v>337</c:v>
                </c:pt>
                <c:pt idx="800">
                  <c:v>332</c:v>
                </c:pt>
                <c:pt idx="801">
                  <c:v>320</c:v>
                </c:pt>
                <c:pt idx="802">
                  <c:v>305</c:v>
                </c:pt>
                <c:pt idx="803">
                  <c:v>305</c:v>
                </c:pt>
                <c:pt idx="804">
                  <c:v>320</c:v>
                </c:pt>
                <c:pt idx="805">
                  <c:v>337</c:v>
                </c:pt>
                <c:pt idx="806">
                  <c:v>332</c:v>
                </c:pt>
                <c:pt idx="807">
                  <c:v>320</c:v>
                </c:pt>
                <c:pt idx="808">
                  <c:v>324</c:v>
                </c:pt>
                <c:pt idx="809">
                  <c:v>305</c:v>
                </c:pt>
                <c:pt idx="810">
                  <c:v>324</c:v>
                </c:pt>
                <c:pt idx="811">
                  <c:v>320</c:v>
                </c:pt>
                <c:pt idx="812">
                  <c:v>332</c:v>
                </c:pt>
                <c:pt idx="813">
                  <c:v>320</c:v>
                </c:pt>
                <c:pt idx="814">
                  <c:v>320</c:v>
                </c:pt>
                <c:pt idx="815">
                  <c:v>323</c:v>
                </c:pt>
                <c:pt idx="816">
                  <c:v>305</c:v>
                </c:pt>
                <c:pt idx="817">
                  <c:v>323</c:v>
                </c:pt>
                <c:pt idx="818">
                  <c:v>324</c:v>
                </c:pt>
                <c:pt idx="819">
                  <c:v>323</c:v>
                </c:pt>
                <c:pt idx="820">
                  <c:v>320</c:v>
                </c:pt>
                <c:pt idx="821">
                  <c:v>337</c:v>
                </c:pt>
                <c:pt idx="822">
                  <c:v>332</c:v>
                </c:pt>
                <c:pt idx="823">
                  <c:v>324</c:v>
                </c:pt>
                <c:pt idx="824">
                  <c:v>332</c:v>
                </c:pt>
                <c:pt idx="825">
                  <c:v>332</c:v>
                </c:pt>
                <c:pt idx="826">
                  <c:v>324</c:v>
                </c:pt>
                <c:pt idx="827">
                  <c:v>305</c:v>
                </c:pt>
                <c:pt idx="828">
                  <c:v>320</c:v>
                </c:pt>
                <c:pt idx="829">
                  <c:v>320</c:v>
                </c:pt>
                <c:pt idx="830">
                  <c:v>320</c:v>
                </c:pt>
                <c:pt idx="831">
                  <c:v>324</c:v>
                </c:pt>
                <c:pt idx="832">
                  <c:v>332</c:v>
                </c:pt>
                <c:pt idx="833">
                  <c:v>324</c:v>
                </c:pt>
                <c:pt idx="834">
                  <c:v>337</c:v>
                </c:pt>
                <c:pt idx="835">
                  <c:v>305</c:v>
                </c:pt>
                <c:pt idx="836">
                  <c:v>305</c:v>
                </c:pt>
                <c:pt idx="837">
                  <c:v>332</c:v>
                </c:pt>
                <c:pt idx="838">
                  <c:v>320</c:v>
                </c:pt>
                <c:pt idx="839">
                  <c:v>332</c:v>
                </c:pt>
                <c:pt idx="840">
                  <c:v>305</c:v>
                </c:pt>
                <c:pt idx="841">
                  <c:v>320</c:v>
                </c:pt>
                <c:pt idx="842">
                  <c:v>332</c:v>
                </c:pt>
                <c:pt idx="843">
                  <c:v>323</c:v>
                </c:pt>
                <c:pt idx="844">
                  <c:v>305</c:v>
                </c:pt>
                <c:pt idx="845">
                  <c:v>320</c:v>
                </c:pt>
                <c:pt idx="846">
                  <c:v>320</c:v>
                </c:pt>
                <c:pt idx="847">
                  <c:v>332</c:v>
                </c:pt>
                <c:pt idx="848">
                  <c:v>323</c:v>
                </c:pt>
                <c:pt idx="849">
                  <c:v>305</c:v>
                </c:pt>
                <c:pt idx="850">
                  <c:v>305</c:v>
                </c:pt>
                <c:pt idx="851">
                  <c:v>305</c:v>
                </c:pt>
                <c:pt idx="852">
                  <c:v>324</c:v>
                </c:pt>
                <c:pt idx="853">
                  <c:v>320</c:v>
                </c:pt>
                <c:pt idx="854">
                  <c:v>324</c:v>
                </c:pt>
                <c:pt idx="855">
                  <c:v>305</c:v>
                </c:pt>
                <c:pt idx="856">
                  <c:v>323</c:v>
                </c:pt>
                <c:pt idx="857">
                  <c:v>337</c:v>
                </c:pt>
                <c:pt idx="858">
                  <c:v>324</c:v>
                </c:pt>
                <c:pt idx="859">
                  <c:v>323</c:v>
                </c:pt>
                <c:pt idx="860">
                  <c:v>337</c:v>
                </c:pt>
                <c:pt idx="861">
                  <c:v>332</c:v>
                </c:pt>
                <c:pt idx="862">
                  <c:v>337</c:v>
                </c:pt>
                <c:pt idx="863">
                  <c:v>337</c:v>
                </c:pt>
                <c:pt idx="864">
                  <c:v>320</c:v>
                </c:pt>
                <c:pt idx="865">
                  <c:v>324</c:v>
                </c:pt>
                <c:pt idx="866">
                  <c:v>332</c:v>
                </c:pt>
                <c:pt idx="867">
                  <c:v>324</c:v>
                </c:pt>
                <c:pt idx="868">
                  <c:v>323</c:v>
                </c:pt>
                <c:pt idx="869">
                  <c:v>332</c:v>
                </c:pt>
                <c:pt idx="870">
                  <c:v>323</c:v>
                </c:pt>
                <c:pt idx="871">
                  <c:v>305</c:v>
                </c:pt>
                <c:pt idx="872">
                  <c:v>320</c:v>
                </c:pt>
                <c:pt idx="873">
                  <c:v>332</c:v>
                </c:pt>
                <c:pt idx="874">
                  <c:v>337</c:v>
                </c:pt>
                <c:pt idx="875">
                  <c:v>337</c:v>
                </c:pt>
                <c:pt idx="876">
                  <c:v>305</c:v>
                </c:pt>
                <c:pt idx="877">
                  <c:v>320</c:v>
                </c:pt>
                <c:pt idx="878">
                  <c:v>320</c:v>
                </c:pt>
                <c:pt idx="879">
                  <c:v>320</c:v>
                </c:pt>
                <c:pt idx="880">
                  <c:v>323</c:v>
                </c:pt>
                <c:pt idx="881">
                  <c:v>305</c:v>
                </c:pt>
                <c:pt idx="882">
                  <c:v>332</c:v>
                </c:pt>
                <c:pt idx="883">
                  <c:v>337</c:v>
                </c:pt>
                <c:pt idx="884">
                  <c:v>323</c:v>
                </c:pt>
                <c:pt idx="885">
                  <c:v>332</c:v>
                </c:pt>
                <c:pt idx="886">
                  <c:v>323</c:v>
                </c:pt>
                <c:pt idx="887">
                  <c:v>320</c:v>
                </c:pt>
                <c:pt idx="888">
                  <c:v>305</c:v>
                </c:pt>
                <c:pt idx="889">
                  <c:v>332</c:v>
                </c:pt>
                <c:pt idx="890">
                  <c:v>324</c:v>
                </c:pt>
                <c:pt idx="891">
                  <c:v>320</c:v>
                </c:pt>
                <c:pt idx="892">
                  <c:v>305</c:v>
                </c:pt>
                <c:pt idx="893">
                  <c:v>320</c:v>
                </c:pt>
                <c:pt idx="894">
                  <c:v>320</c:v>
                </c:pt>
                <c:pt idx="895">
                  <c:v>324</c:v>
                </c:pt>
                <c:pt idx="896">
                  <c:v>305</c:v>
                </c:pt>
                <c:pt idx="897">
                  <c:v>323</c:v>
                </c:pt>
                <c:pt idx="898">
                  <c:v>324</c:v>
                </c:pt>
                <c:pt idx="899">
                  <c:v>323</c:v>
                </c:pt>
                <c:pt idx="900">
                  <c:v>320</c:v>
                </c:pt>
                <c:pt idx="901">
                  <c:v>337</c:v>
                </c:pt>
                <c:pt idx="902">
                  <c:v>324</c:v>
                </c:pt>
                <c:pt idx="903">
                  <c:v>323</c:v>
                </c:pt>
                <c:pt idx="904">
                  <c:v>324</c:v>
                </c:pt>
                <c:pt idx="905">
                  <c:v>337</c:v>
                </c:pt>
                <c:pt idx="906">
                  <c:v>324</c:v>
                </c:pt>
                <c:pt idx="907">
                  <c:v>324</c:v>
                </c:pt>
                <c:pt idx="908">
                  <c:v>323</c:v>
                </c:pt>
                <c:pt idx="909">
                  <c:v>337</c:v>
                </c:pt>
                <c:pt idx="910">
                  <c:v>323</c:v>
                </c:pt>
                <c:pt idx="911">
                  <c:v>320</c:v>
                </c:pt>
                <c:pt idx="912">
                  <c:v>337</c:v>
                </c:pt>
                <c:pt idx="913">
                  <c:v>305</c:v>
                </c:pt>
                <c:pt idx="914">
                  <c:v>323</c:v>
                </c:pt>
                <c:pt idx="915">
                  <c:v>320</c:v>
                </c:pt>
                <c:pt idx="916">
                  <c:v>332</c:v>
                </c:pt>
                <c:pt idx="917">
                  <c:v>305</c:v>
                </c:pt>
                <c:pt idx="918">
                  <c:v>337</c:v>
                </c:pt>
                <c:pt idx="919">
                  <c:v>320</c:v>
                </c:pt>
                <c:pt idx="920">
                  <c:v>337</c:v>
                </c:pt>
                <c:pt idx="921">
                  <c:v>337</c:v>
                </c:pt>
                <c:pt idx="922">
                  <c:v>337</c:v>
                </c:pt>
                <c:pt idx="923">
                  <c:v>332</c:v>
                </c:pt>
                <c:pt idx="924">
                  <c:v>332</c:v>
                </c:pt>
                <c:pt idx="925">
                  <c:v>320</c:v>
                </c:pt>
                <c:pt idx="926">
                  <c:v>332</c:v>
                </c:pt>
                <c:pt idx="927">
                  <c:v>324</c:v>
                </c:pt>
                <c:pt idx="928">
                  <c:v>320</c:v>
                </c:pt>
                <c:pt idx="929">
                  <c:v>332</c:v>
                </c:pt>
                <c:pt idx="930">
                  <c:v>337</c:v>
                </c:pt>
                <c:pt idx="931">
                  <c:v>305</c:v>
                </c:pt>
                <c:pt idx="932">
                  <c:v>323</c:v>
                </c:pt>
                <c:pt idx="933">
                  <c:v>324</c:v>
                </c:pt>
                <c:pt idx="934">
                  <c:v>337</c:v>
                </c:pt>
                <c:pt idx="935">
                  <c:v>337</c:v>
                </c:pt>
                <c:pt idx="936">
                  <c:v>324</c:v>
                </c:pt>
                <c:pt idx="937">
                  <c:v>332</c:v>
                </c:pt>
                <c:pt idx="938">
                  <c:v>324</c:v>
                </c:pt>
                <c:pt idx="939">
                  <c:v>323</c:v>
                </c:pt>
                <c:pt idx="940">
                  <c:v>323</c:v>
                </c:pt>
                <c:pt idx="941">
                  <c:v>305</c:v>
                </c:pt>
                <c:pt idx="942">
                  <c:v>337</c:v>
                </c:pt>
                <c:pt idx="943">
                  <c:v>324</c:v>
                </c:pt>
                <c:pt idx="944">
                  <c:v>324</c:v>
                </c:pt>
                <c:pt idx="945">
                  <c:v>320</c:v>
                </c:pt>
                <c:pt idx="946">
                  <c:v>320</c:v>
                </c:pt>
                <c:pt idx="947">
                  <c:v>305</c:v>
                </c:pt>
                <c:pt idx="948">
                  <c:v>337</c:v>
                </c:pt>
                <c:pt idx="949">
                  <c:v>323</c:v>
                </c:pt>
                <c:pt idx="950">
                  <c:v>324</c:v>
                </c:pt>
                <c:pt idx="951">
                  <c:v>337</c:v>
                </c:pt>
                <c:pt idx="952">
                  <c:v>323</c:v>
                </c:pt>
                <c:pt idx="953">
                  <c:v>323</c:v>
                </c:pt>
                <c:pt idx="954">
                  <c:v>337</c:v>
                </c:pt>
                <c:pt idx="955">
                  <c:v>305</c:v>
                </c:pt>
                <c:pt idx="956">
                  <c:v>323</c:v>
                </c:pt>
                <c:pt idx="957">
                  <c:v>320</c:v>
                </c:pt>
                <c:pt idx="958">
                  <c:v>337</c:v>
                </c:pt>
                <c:pt idx="959">
                  <c:v>323</c:v>
                </c:pt>
                <c:pt idx="960">
                  <c:v>305</c:v>
                </c:pt>
                <c:pt idx="961">
                  <c:v>320</c:v>
                </c:pt>
                <c:pt idx="962">
                  <c:v>305</c:v>
                </c:pt>
                <c:pt idx="963">
                  <c:v>320</c:v>
                </c:pt>
                <c:pt idx="964">
                  <c:v>323</c:v>
                </c:pt>
                <c:pt idx="965">
                  <c:v>320</c:v>
                </c:pt>
                <c:pt idx="966">
                  <c:v>337</c:v>
                </c:pt>
                <c:pt idx="967">
                  <c:v>337</c:v>
                </c:pt>
                <c:pt idx="968">
                  <c:v>324</c:v>
                </c:pt>
                <c:pt idx="969">
                  <c:v>320</c:v>
                </c:pt>
                <c:pt idx="970">
                  <c:v>323</c:v>
                </c:pt>
                <c:pt idx="971">
                  <c:v>337</c:v>
                </c:pt>
                <c:pt idx="972">
                  <c:v>320</c:v>
                </c:pt>
                <c:pt idx="973">
                  <c:v>337</c:v>
                </c:pt>
                <c:pt idx="974">
                  <c:v>305</c:v>
                </c:pt>
                <c:pt idx="975">
                  <c:v>305</c:v>
                </c:pt>
                <c:pt idx="976">
                  <c:v>323</c:v>
                </c:pt>
                <c:pt idx="977">
                  <c:v>323</c:v>
                </c:pt>
                <c:pt idx="978">
                  <c:v>320</c:v>
                </c:pt>
                <c:pt idx="979">
                  <c:v>323</c:v>
                </c:pt>
                <c:pt idx="980">
                  <c:v>323</c:v>
                </c:pt>
                <c:pt idx="981">
                  <c:v>324</c:v>
                </c:pt>
                <c:pt idx="982">
                  <c:v>332</c:v>
                </c:pt>
                <c:pt idx="983">
                  <c:v>324</c:v>
                </c:pt>
                <c:pt idx="984">
                  <c:v>320</c:v>
                </c:pt>
                <c:pt idx="985">
                  <c:v>305</c:v>
                </c:pt>
                <c:pt idx="986">
                  <c:v>324</c:v>
                </c:pt>
                <c:pt idx="987">
                  <c:v>324</c:v>
                </c:pt>
                <c:pt idx="988">
                  <c:v>320</c:v>
                </c:pt>
                <c:pt idx="989">
                  <c:v>324</c:v>
                </c:pt>
                <c:pt idx="990">
                  <c:v>323</c:v>
                </c:pt>
                <c:pt idx="991">
                  <c:v>332</c:v>
                </c:pt>
                <c:pt idx="992">
                  <c:v>320</c:v>
                </c:pt>
                <c:pt idx="993">
                  <c:v>305</c:v>
                </c:pt>
                <c:pt idx="994">
                  <c:v>320</c:v>
                </c:pt>
                <c:pt idx="995">
                  <c:v>324</c:v>
                </c:pt>
                <c:pt idx="996">
                  <c:v>337</c:v>
                </c:pt>
                <c:pt idx="997">
                  <c:v>323</c:v>
                </c:pt>
                <c:pt idx="998">
                  <c:v>337</c:v>
                </c:pt>
                <c:pt idx="999">
                  <c:v>305</c:v>
                </c:pt>
              </c:numCache>
            </c:numRef>
          </c:val>
          <c:extLst>
            <c:ext xmlns:c16="http://schemas.microsoft.com/office/drawing/2014/chart" uri="{C3380CC4-5D6E-409C-BE32-E72D297353CC}">
              <c16:uniqueId val="{00000000-043A-4AA9-A872-0E1CA141BDC6}"/>
            </c:ext>
          </c:extLst>
        </c:ser>
        <c:ser>
          <c:idx val="1"/>
          <c:order val="1"/>
          <c:tx>
            <c:strRef>
              <c:f>'project file_task4'!$D$1</c:f>
              <c:strCache>
                <c:ptCount val="1"/>
                <c:pt idx="0">
                  <c:v>Anomalies_behaviour</c:v>
                </c:pt>
              </c:strCache>
            </c:strRef>
          </c:tx>
          <c:spPr>
            <a:solidFill>
              <a:schemeClr val="accent2"/>
            </a:solidFill>
            <a:ln>
              <a:noFill/>
            </a:ln>
            <a:effectLst/>
          </c:spPr>
          <c:invertIfNegative val="0"/>
          <c:val>
            <c:numRef>
              <c:f>'project file_task4'!$D$2:$D$1001</c:f>
              <c:numCache>
                <c:formatCode>General</c:formatCode>
                <c:ptCount val="1000"/>
                <c:pt idx="0">
                  <c:v>224.97</c:v>
                </c:pt>
                <c:pt idx="1">
                  <c:v>-239.78</c:v>
                </c:pt>
                <c:pt idx="2">
                  <c:v>3.53</c:v>
                </c:pt>
                <c:pt idx="3">
                  <c:v>165.05</c:v>
                </c:pt>
                <c:pt idx="4">
                  <c:v>302.38</c:v>
                </c:pt>
                <c:pt idx="5">
                  <c:v>307.62</c:v>
                </c:pt>
                <c:pt idx="6">
                  <c:v>113.69</c:v>
                </c:pt>
                <c:pt idx="7">
                  <c:v>435.38</c:v>
                </c:pt>
                <c:pt idx="8">
                  <c:v>-247.85</c:v>
                </c:pt>
                <c:pt idx="9">
                  <c:v>-150.25</c:v>
                </c:pt>
                <c:pt idx="10">
                  <c:v>-244.18</c:v>
                </c:pt>
                <c:pt idx="11">
                  <c:v>-212.86</c:v>
                </c:pt>
                <c:pt idx="12">
                  <c:v>-73.510000000000005</c:v>
                </c:pt>
                <c:pt idx="13">
                  <c:v>130.5</c:v>
                </c:pt>
                <c:pt idx="14">
                  <c:v>425.49</c:v>
                </c:pt>
                <c:pt idx="15">
                  <c:v>258.44</c:v>
                </c:pt>
                <c:pt idx="16">
                  <c:v>182.64</c:v>
                </c:pt>
                <c:pt idx="17">
                  <c:v>125.44</c:v>
                </c:pt>
                <c:pt idx="18">
                  <c:v>-150.79</c:v>
                </c:pt>
                <c:pt idx="19">
                  <c:v>-252.37</c:v>
                </c:pt>
                <c:pt idx="20">
                  <c:v>131.71</c:v>
                </c:pt>
                <c:pt idx="21">
                  <c:v>-46.86</c:v>
                </c:pt>
                <c:pt idx="22">
                  <c:v>-267.27999999999997</c:v>
                </c:pt>
                <c:pt idx="23">
                  <c:v>-138.56</c:v>
                </c:pt>
                <c:pt idx="24">
                  <c:v>-52.82</c:v>
                </c:pt>
                <c:pt idx="25">
                  <c:v>104.76</c:v>
                </c:pt>
                <c:pt idx="26">
                  <c:v>-269.8</c:v>
                </c:pt>
                <c:pt idx="27">
                  <c:v>-120.89</c:v>
                </c:pt>
                <c:pt idx="28">
                  <c:v>140.88999999999999</c:v>
                </c:pt>
                <c:pt idx="29">
                  <c:v>-88.79</c:v>
                </c:pt>
                <c:pt idx="30">
                  <c:v>189.18</c:v>
                </c:pt>
                <c:pt idx="31">
                  <c:v>405.76</c:v>
                </c:pt>
                <c:pt idx="32">
                  <c:v>371.75</c:v>
                </c:pt>
                <c:pt idx="33">
                  <c:v>-121.18</c:v>
                </c:pt>
                <c:pt idx="34">
                  <c:v>94.56</c:v>
                </c:pt>
                <c:pt idx="35">
                  <c:v>-260.47000000000003</c:v>
                </c:pt>
                <c:pt idx="36">
                  <c:v>-3.25</c:v>
                </c:pt>
                <c:pt idx="37">
                  <c:v>255.32</c:v>
                </c:pt>
                <c:pt idx="38">
                  <c:v>137.33000000000001</c:v>
                </c:pt>
                <c:pt idx="39">
                  <c:v>-83.99</c:v>
                </c:pt>
                <c:pt idx="40">
                  <c:v>-245.94</c:v>
                </c:pt>
                <c:pt idx="41">
                  <c:v>-219.17</c:v>
                </c:pt>
                <c:pt idx="42">
                  <c:v>103.46</c:v>
                </c:pt>
                <c:pt idx="43">
                  <c:v>506.08</c:v>
                </c:pt>
                <c:pt idx="44">
                  <c:v>-291.72000000000003</c:v>
                </c:pt>
                <c:pt idx="45">
                  <c:v>74.63</c:v>
                </c:pt>
                <c:pt idx="46">
                  <c:v>211.72</c:v>
                </c:pt>
                <c:pt idx="47">
                  <c:v>-133.91</c:v>
                </c:pt>
                <c:pt idx="48">
                  <c:v>-200.74</c:v>
                </c:pt>
                <c:pt idx="49">
                  <c:v>562.62</c:v>
                </c:pt>
                <c:pt idx="50">
                  <c:v>348.79</c:v>
                </c:pt>
                <c:pt idx="51">
                  <c:v>-88.9</c:v>
                </c:pt>
                <c:pt idx="52">
                  <c:v>-229.95</c:v>
                </c:pt>
                <c:pt idx="53">
                  <c:v>-288.8</c:v>
                </c:pt>
                <c:pt idx="54">
                  <c:v>-303.06</c:v>
                </c:pt>
                <c:pt idx="55">
                  <c:v>402.23</c:v>
                </c:pt>
                <c:pt idx="56">
                  <c:v>-243.89</c:v>
                </c:pt>
                <c:pt idx="57">
                  <c:v>428.64</c:v>
                </c:pt>
                <c:pt idx="58">
                  <c:v>422.67</c:v>
                </c:pt>
                <c:pt idx="59">
                  <c:v>-127.16</c:v>
                </c:pt>
                <c:pt idx="60">
                  <c:v>-254.07</c:v>
                </c:pt>
                <c:pt idx="61">
                  <c:v>14.1</c:v>
                </c:pt>
                <c:pt idx="62">
                  <c:v>188.41</c:v>
                </c:pt>
                <c:pt idx="63">
                  <c:v>-166</c:v>
                </c:pt>
                <c:pt idx="64">
                  <c:v>-5.89</c:v>
                </c:pt>
                <c:pt idx="65">
                  <c:v>-157.37</c:v>
                </c:pt>
                <c:pt idx="66">
                  <c:v>-253.71</c:v>
                </c:pt>
                <c:pt idx="67">
                  <c:v>309.94</c:v>
                </c:pt>
                <c:pt idx="68">
                  <c:v>495.09</c:v>
                </c:pt>
                <c:pt idx="69">
                  <c:v>-304.75</c:v>
                </c:pt>
                <c:pt idx="70">
                  <c:v>616.54</c:v>
                </c:pt>
                <c:pt idx="71">
                  <c:v>347.26</c:v>
                </c:pt>
                <c:pt idx="72">
                  <c:v>-170.16</c:v>
                </c:pt>
                <c:pt idx="73">
                  <c:v>158.22999999999999</c:v>
                </c:pt>
                <c:pt idx="74">
                  <c:v>368.63</c:v>
                </c:pt>
                <c:pt idx="75">
                  <c:v>117.32</c:v>
                </c:pt>
                <c:pt idx="76">
                  <c:v>158.43</c:v>
                </c:pt>
                <c:pt idx="77">
                  <c:v>-115.91</c:v>
                </c:pt>
                <c:pt idx="78">
                  <c:v>499.25</c:v>
                </c:pt>
                <c:pt idx="79">
                  <c:v>-217</c:v>
                </c:pt>
                <c:pt idx="80">
                  <c:v>300.89999999999998</c:v>
                </c:pt>
                <c:pt idx="81">
                  <c:v>-18.46</c:v>
                </c:pt>
                <c:pt idx="82">
                  <c:v>-161.30000000000001</c:v>
                </c:pt>
                <c:pt idx="83">
                  <c:v>14.51</c:v>
                </c:pt>
                <c:pt idx="84">
                  <c:v>-75.22</c:v>
                </c:pt>
                <c:pt idx="85">
                  <c:v>278.49</c:v>
                </c:pt>
                <c:pt idx="86">
                  <c:v>96.73</c:v>
                </c:pt>
                <c:pt idx="87">
                  <c:v>39.94</c:v>
                </c:pt>
                <c:pt idx="88">
                  <c:v>-287.41000000000003</c:v>
                </c:pt>
                <c:pt idx="89">
                  <c:v>161.04</c:v>
                </c:pt>
                <c:pt idx="90">
                  <c:v>-138</c:v>
                </c:pt>
                <c:pt idx="91">
                  <c:v>139.03</c:v>
                </c:pt>
                <c:pt idx="92">
                  <c:v>-170.45</c:v>
                </c:pt>
                <c:pt idx="93">
                  <c:v>284.2</c:v>
                </c:pt>
                <c:pt idx="94">
                  <c:v>-229.76</c:v>
                </c:pt>
                <c:pt idx="95">
                  <c:v>-217.98</c:v>
                </c:pt>
                <c:pt idx="96">
                  <c:v>598.63</c:v>
                </c:pt>
                <c:pt idx="97">
                  <c:v>-241.56</c:v>
                </c:pt>
                <c:pt idx="98">
                  <c:v>-156.84</c:v>
                </c:pt>
                <c:pt idx="99">
                  <c:v>184.01</c:v>
                </c:pt>
                <c:pt idx="100">
                  <c:v>-253.85</c:v>
                </c:pt>
                <c:pt idx="101">
                  <c:v>437.3</c:v>
                </c:pt>
                <c:pt idx="102">
                  <c:v>-101.99</c:v>
                </c:pt>
                <c:pt idx="103">
                  <c:v>44.04</c:v>
                </c:pt>
                <c:pt idx="104">
                  <c:v>-100.93</c:v>
                </c:pt>
                <c:pt idx="105">
                  <c:v>611.03</c:v>
                </c:pt>
                <c:pt idx="106">
                  <c:v>-132.51</c:v>
                </c:pt>
                <c:pt idx="107">
                  <c:v>59.42</c:v>
                </c:pt>
                <c:pt idx="108">
                  <c:v>-1.89</c:v>
                </c:pt>
                <c:pt idx="109">
                  <c:v>540.67999999999995</c:v>
                </c:pt>
                <c:pt idx="110">
                  <c:v>-297.37</c:v>
                </c:pt>
                <c:pt idx="111">
                  <c:v>-14.64</c:v>
                </c:pt>
                <c:pt idx="112">
                  <c:v>230.37</c:v>
                </c:pt>
                <c:pt idx="113">
                  <c:v>211.76</c:v>
                </c:pt>
                <c:pt idx="114">
                  <c:v>426.47</c:v>
                </c:pt>
                <c:pt idx="115">
                  <c:v>-219.89</c:v>
                </c:pt>
                <c:pt idx="116">
                  <c:v>-189.81</c:v>
                </c:pt>
                <c:pt idx="117">
                  <c:v>-251.07</c:v>
                </c:pt>
                <c:pt idx="118">
                  <c:v>-207.92</c:v>
                </c:pt>
                <c:pt idx="119">
                  <c:v>-224.78</c:v>
                </c:pt>
                <c:pt idx="120">
                  <c:v>516.29999999999995</c:v>
                </c:pt>
                <c:pt idx="121">
                  <c:v>87.83</c:v>
                </c:pt>
                <c:pt idx="122">
                  <c:v>612.62</c:v>
                </c:pt>
                <c:pt idx="123">
                  <c:v>199.84</c:v>
                </c:pt>
                <c:pt idx="124">
                  <c:v>169.35</c:v>
                </c:pt>
                <c:pt idx="125">
                  <c:v>351.62</c:v>
                </c:pt>
                <c:pt idx="126">
                  <c:v>-162.69</c:v>
                </c:pt>
                <c:pt idx="127">
                  <c:v>-5.15</c:v>
                </c:pt>
                <c:pt idx="128">
                  <c:v>252.74</c:v>
                </c:pt>
                <c:pt idx="129">
                  <c:v>521.15</c:v>
                </c:pt>
                <c:pt idx="130">
                  <c:v>-13.79</c:v>
                </c:pt>
                <c:pt idx="131">
                  <c:v>248.42</c:v>
                </c:pt>
                <c:pt idx="132">
                  <c:v>-185.67</c:v>
                </c:pt>
                <c:pt idx="133">
                  <c:v>230.93</c:v>
                </c:pt>
                <c:pt idx="134">
                  <c:v>188.19</c:v>
                </c:pt>
                <c:pt idx="135">
                  <c:v>-20.81</c:v>
                </c:pt>
                <c:pt idx="136">
                  <c:v>-181.87</c:v>
                </c:pt>
                <c:pt idx="137">
                  <c:v>-120.15</c:v>
                </c:pt>
                <c:pt idx="138">
                  <c:v>213.05</c:v>
                </c:pt>
                <c:pt idx="139">
                  <c:v>277</c:v>
                </c:pt>
                <c:pt idx="140">
                  <c:v>610.9</c:v>
                </c:pt>
                <c:pt idx="141">
                  <c:v>626.25</c:v>
                </c:pt>
                <c:pt idx="142">
                  <c:v>396.3</c:v>
                </c:pt>
                <c:pt idx="143">
                  <c:v>-291.07</c:v>
                </c:pt>
                <c:pt idx="144">
                  <c:v>154.08000000000001</c:v>
                </c:pt>
                <c:pt idx="145">
                  <c:v>-32.56</c:v>
                </c:pt>
                <c:pt idx="146">
                  <c:v>11.47</c:v>
                </c:pt>
                <c:pt idx="147">
                  <c:v>-46.21</c:v>
                </c:pt>
                <c:pt idx="148">
                  <c:v>266.62</c:v>
                </c:pt>
                <c:pt idx="149">
                  <c:v>-51.34</c:v>
                </c:pt>
                <c:pt idx="150">
                  <c:v>79.47</c:v>
                </c:pt>
                <c:pt idx="151">
                  <c:v>-77.98</c:v>
                </c:pt>
                <c:pt idx="152">
                  <c:v>481.62</c:v>
                </c:pt>
                <c:pt idx="153">
                  <c:v>-219.18</c:v>
                </c:pt>
                <c:pt idx="154">
                  <c:v>348.15</c:v>
                </c:pt>
                <c:pt idx="155">
                  <c:v>161.52000000000001</c:v>
                </c:pt>
                <c:pt idx="156">
                  <c:v>-244.22</c:v>
                </c:pt>
                <c:pt idx="157">
                  <c:v>-73.03</c:v>
                </c:pt>
                <c:pt idx="158">
                  <c:v>594.73</c:v>
                </c:pt>
                <c:pt idx="159">
                  <c:v>256.36</c:v>
                </c:pt>
                <c:pt idx="160">
                  <c:v>39.71</c:v>
                </c:pt>
                <c:pt idx="161">
                  <c:v>-265.13</c:v>
                </c:pt>
                <c:pt idx="162">
                  <c:v>13.56</c:v>
                </c:pt>
                <c:pt idx="163">
                  <c:v>-171.56</c:v>
                </c:pt>
                <c:pt idx="164">
                  <c:v>95.95</c:v>
                </c:pt>
                <c:pt idx="165">
                  <c:v>33.590000000000003</c:v>
                </c:pt>
                <c:pt idx="166">
                  <c:v>666.59</c:v>
                </c:pt>
                <c:pt idx="167">
                  <c:v>734.29</c:v>
                </c:pt>
                <c:pt idx="168">
                  <c:v>0.06</c:v>
                </c:pt>
                <c:pt idx="169">
                  <c:v>178.97</c:v>
                </c:pt>
                <c:pt idx="170">
                  <c:v>43.55</c:v>
                </c:pt>
                <c:pt idx="171">
                  <c:v>97.26</c:v>
                </c:pt>
                <c:pt idx="172">
                  <c:v>-144.86000000000001</c:v>
                </c:pt>
                <c:pt idx="173">
                  <c:v>13.21</c:v>
                </c:pt>
                <c:pt idx="174">
                  <c:v>-156.76</c:v>
                </c:pt>
                <c:pt idx="175">
                  <c:v>-17.21</c:v>
                </c:pt>
                <c:pt idx="176">
                  <c:v>-136.77000000000001</c:v>
                </c:pt>
                <c:pt idx="177">
                  <c:v>-139.55000000000001</c:v>
                </c:pt>
                <c:pt idx="178">
                  <c:v>142.44</c:v>
                </c:pt>
                <c:pt idx="179">
                  <c:v>-50.58</c:v>
                </c:pt>
                <c:pt idx="180">
                  <c:v>167.31</c:v>
                </c:pt>
                <c:pt idx="181">
                  <c:v>0.15</c:v>
                </c:pt>
                <c:pt idx="182">
                  <c:v>-169.25</c:v>
                </c:pt>
                <c:pt idx="183">
                  <c:v>-35.799999999999997</c:v>
                </c:pt>
                <c:pt idx="184">
                  <c:v>-241.3</c:v>
                </c:pt>
                <c:pt idx="185">
                  <c:v>-266.05</c:v>
                </c:pt>
                <c:pt idx="186">
                  <c:v>456.72</c:v>
                </c:pt>
                <c:pt idx="187">
                  <c:v>-141.83000000000001</c:v>
                </c:pt>
                <c:pt idx="188">
                  <c:v>-259.23</c:v>
                </c:pt>
                <c:pt idx="189">
                  <c:v>-43.8</c:v>
                </c:pt>
                <c:pt idx="190">
                  <c:v>-94.32</c:v>
                </c:pt>
                <c:pt idx="191">
                  <c:v>-150.61000000000001</c:v>
                </c:pt>
                <c:pt idx="192">
                  <c:v>506.71</c:v>
                </c:pt>
                <c:pt idx="193">
                  <c:v>-229.69</c:v>
                </c:pt>
                <c:pt idx="194">
                  <c:v>-148.27000000000001</c:v>
                </c:pt>
                <c:pt idx="195">
                  <c:v>-227</c:v>
                </c:pt>
                <c:pt idx="196">
                  <c:v>-232.23</c:v>
                </c:pt>
                <c:pt idx="197">
                  <c:v>-310.45</c:v>
                </c:pt>
                <c:pt idx="198">
                  <c:v>-149.69999999999999</c:v>
                </c:pt>
                <c:pt idx="199">
                  <c:v>51.8</c:v>
                </c:pt>
                <c:pt idx="200">
                  <c:v>-211.36</c:v>
                </c:pt>
                <c:pt idx="201">
                  <c:v>-78.540000000000006</c:v>
                </c:pt>
                <c:pt idx="202">
                  <c:v>131.36000000000001</c:v>
                </c:pt>
                <c:pt idx="203">
                  <c:v>-52.05</c:v>
                </c:pt>
                <c:pt idx="204">
                  <c:v>-243.71</c:v>
                </c:pt>
                <c:pt idx="205">
                  <c:v>-106.37</c:v>
                </c:pt>
                <c:pt idx="206">
                  <c:v>309.83999999999997</c:v>
                </c:pt>
                <c:pt idx="207">
                  <c:v>-37.44</c:v>
                </c:pt>
                <c:pt idx="208">
                  <c:v>-209.33</c:v>
                </c:pt>
                <c:pt idx="209">
                  <c:v>622.45000000000005</c:v>
                </c:pt>
                <c:pt idx="210">
                  <c:v>-72.13</c:v>
                </c:pt>
                <c:pt idx="211">
                  <c:v>558.30999999999995</c:v>
                </c:pt>
                <c:pt idx="212">
                  <c:v>147.88999999999999</c:v>
                </c:pt>
                <c:pt idx="213">
                  <c:v>-185.78</c:v>
                </c:pt>
                <c:pt idx="214">
                  <c:v>-114.37</c:v>
                </c:pt>
                <c:pt idx="215">
                  <c:v>-317.81</c:v>
                </c:pt>
                <c:pt idx="216">
                  <c:v>-201.96</c:v>
                </c:pt>
                <c:pt idx="217">
                  <c:v>-21.88</c:v>
                </c:pt>
                <c:pt idx="218">
                  <c:v>491.91</c:v>
                </c:pt>
                <c:pt idx="219">
                  <c:v>-142.38</c:v>
                </c:pt>
                <c:pt idx="220">
                  <c:v>-34.299999999999997</c:v>
                </c:pt>
                <c:pt idx="221">
                  <c:v>133.29</c:v>
                </c:pt>
                <c:pt idx="222">
                  <c:v>-258</c:v>
                </c:pt>
                <c:pt idx="223">
                  <c:v>-291.83</c:v>
                </c:pt>
                <c:pt idx="224">
                  <c:v>-232.18</c:v>
                </c:pt>
                <c:pt idx="225">
                  <c:v>-148.96</c:v>
                </c:pt>
                <c:pt idx="226">
                  <c:v>331.55</c:v>
                </c:pt>
                <c:pt idx="227">
                  <c:v>-164.35</c:v>
                </c:pt>
                <c:pt idx="228">
                  <c:v>251.41</c:v>
                </c:pt>
                <c:pt idx="229">
                  <c:v>195.73</c:v>
                </c:pt>
                <c:pt idx="230">
                  <c:v>-134.12</c:v>
                </c:pt>
                <c:pt idx="231">
                  <c:v>-286.64</c:v>
                </c:pt>
                <c:pt idx="232">
                  <c:v>470.65</c:v>
                </c:pt>
                <c:pt idx="233">
                  <c:v>5.04</c:v>
                </c:pt>
                <c:pt idx="234">
                  <c:v>221.37</c:v>
                </c:pt>
                <c:pt idx="235">
                  <c:v>-136.41</c:v>
                </c:pt>
                <c:pt idx="236">
                  <c:v>-232.6</c:v>
                </c:pt>
                <c:pt idx="237">
                  <c:v>-72.84</c:v>
                </c:pt>
                <c:pt idx="238">
                  <c:v>-250.59</c:v>
                </c:pt>
                <c:pt idx="239">
                  <c:v>-210.83</c:v>
                </c:pt>
                <c:pt idx="240">
                  <c:v>-87.32</c:v>
                </c:pt>
                <c:pt idx="241">
                  <c:v>-198.48</c:v>
                </c:pt>
                <c:pt idx="242">
                  <c:v>-109.28</c:v>
                </c:pt>
                <c:pt idx="243">
                  <c:v>-73.87</c:v>
                </c:pt>
                <c:pt idx="244">
                  <c:v>451.51</c:v>
                </c:pt>
                <c:pt idx="245">
                  <c:v>62.76</c:v>
                </c:pt>
                <c:pt idx="246">
                  <c:v>-63.59</c:v>
                </c:pt>
                <c:pt idx="247">
                  <c:v>-210.81</c:v>
                </c:pt>
                <c:pt idx="248">
                  <c:v>6.42</c:v>
                </c:pt>
                <c:pt idx="249">
                  <c:v>213.99</c:v>
                </c:pt>
                <c:pt idx="250">
                  <c:v>116.9</c:v>
                </c:pt>
                <c:pt idx="251">
                  <c:v>64.5</c:v>
                </c:pt>
                <c:pt idx="252">
                  <c:v>-301.77999999999997</c:v>
                </c:pt>
                <c:pt idx="253">
                  <c:v>-237.25</c:v>
                </c:pt>
                <c:pt idx="254">
                  <c:v>157.76</c:v>
                </c:pt>
                <c:pt idx="255">
                  <c:v>-168</c:v>
                </c:pt>
                <c:pt idx="256">
                  <c:v>-250.33</c:v>
                </c:pt>
                <c:pt idx="257">
                  <c:v>-173.77</c:v>
                </c:pt>
                <c:pt idx="258">
                  <c:v>-184.55</c:v>
                </c:pt>
                <c:pt idx="259">
                  <c:v>-43.05</c:v>
                </c:pt>
                <c:pt idx="260">
                  <c:v>389.32</c:v>
                </c:pt>
                <c:pt idx="261">
                  <c:v>-235.91</c:v>
                </c:pt>
                <c:pt idx="262">
                  <c:v>-144.13999999999999</c:v>
                </c:pt>
                <c:pt idx="263">
                  <c:v>-98.48</c:v>
                </c:pt>
                <c:pt idx="264">
                  <c:v>-274.83</c:v>
                </c:pt>
                <c:pt idx="265">
                  <c:v>391.24</c:v>
                </c:pt>
                <c:pt idx="266">
                  <c:v>-188.03</c:v>
                </c:pt>
                <c:pt idx="267">
                  <c:v>460.3</c:v>
                </c:pt>
                <c:pt idx="268">
                  <c:v>-39.89</c:v>
                </c:pt>
                <c:pt idx="269">
                  <c:v>36.17</c:v>
                </c:pt>
                <c:pt idx="270">
                  <c:v>22.01</c:v>
                </c:pt>
                <c:pt idx="271">
                  <c:v>-279.64999999999998</c:v>
                </c:pt>
                <c:pt idx="272">
                  <c:v>-133.44999999999999</c:v>
                </c:pt>
                <c:pt idx="273">
                  <c:v>-311.74</c:v>
                </c:pt>
                <c:pt idx="274">
                  <c:v>304.17</c:v>
                </c:pt>
                <c:pt idx="275">
                  <c:v>47.58</c:v>
                </c:pt>
                <c:pt idx="276">
                  <c:v>-107.89</c:v>
                </c:pt>
                <c:pt idx="277">
                  <c:v>95.76</c:v>
                </c:pt>
                <c:pt idx="278">
                  <c:v>440.39</c:v>
                </c:pt>
                <c:pt idx="279">
                  <c:v>130.21</c:v>
                </c:pt>
                <c:pt idx="280">
                  <c:v>250.66</c:v>
                </c:pt>
                <c:pt idx="281">
                  <c:v>-298.14999999999998</c:v>
                </c:pt>
                <c:pt idx="282">
                  <c:v>-315.89</c:v>
                </c:pt>
                <c:pt idx="283">
                  <c:v>304.93</c:v>
                </c:pt>
                <c:pt idx="284">
                  <c:v>-123.79</c:v>
                </c:pt>
                <c:pt idx="285">
                  <c:v>26.07</c:v>
                </c:pt>
                <c:pt idx="286">
                  <c:v>-258.39999999999998</c:v>
                </c:pt>
                <c:pt idx="287">
                  <c:v>-107.56</c:v>
                </c:pt>
                <c:pt idx="288">
                  <c:v>33.549999999999997</c:v>
                </c:pt>
                <c:pt idx="289">
                  <c:v>360.37</c:v>
                </c:pt>
                <c:pt idx="290">
                  <c:v>103.15</c:v>
                </c:pt>
                <c:pt idx="291">
                  <c:v>-115.3</c:v>
                </c:pt>
                <c:pt idx="292">
                  <c:v>-254.4</c:v>
                </c:pt>
                <c:pt idx="293">
                  <c:v>-246.64</c:v>
                </c:pt>
                <c:pt idx="294">
                  <c:v>-133.84</c:v>
                </c:pt>
                <c:pt idx="295">
                  <c:v>-47.42</c:v>
                </c:pt>
                <c:pt idx="296">
                  <c:v>-198.87</c:v>
                </c:pt>
                <c:pt idx="297">
                  <c:v>156.79</c:v>
                </c:pt>
                <c:pt idx="298">
                  <c:v>-84.96</c:v>
                </c:pt>
                <c:pt idx="299">
                  <c:v>-243.96</c:v>
                </c:pt>
                <c:pt idx="300">
                  <c:v>-95.38</c:v>
                </c:pt>
                <c:pt idx="301">
                  <c:v>-283.04000000000002</c:v>
                </c:pt>
                <c:pt idx="302">
                  <c:v>-271.95999999999998</c:v>
                </c:pt>
                <c:pt idx="303">
                  <c:v>-105</c:v>
                </c:pt>
                <c:pt idx="304">
                  <c:v>-194.34</c:v>
                </c:pt>
                <c:pt idx="305">
                  <c:v>210.67</c:v>
                </c:pt>
                <c:pt idx="306">
                  <c:v>-36.31</c:v>
                </c:pt>
                <c:pt idx="307">
                  <c:v>408.84</c:v>
                </c:pt>
                <c:pt idx="308">
                  <c:v>-236.59</c:v>
                </c:pt>
                <c:pt idx="309">
                  <c:v>-132.99</c:v>
                </c:pt>
                <c:pt idx="310">
                  <c:v>171.56</c:v>
                </c:pt>
                <c:pt idx="311">
                  <c:v>-159.41</c:v>
                </c:pt>
                <c:pt idx="312">
                  <c:v>-248.29</c:v>
                </c:pt>
                <c:pt idx="313">
                  <c:v>-177.05</c:v>
                </c:pt>
                <c:pt idx="314">
                  <c:v>500.37</c:v>
                </c:pt>
                <c:pt idx="315">
                  <c:v>-114.32</c:v>
                </c:pt>
                <c:pt idx="316">
                  <c:v>-256.60000000000002</c:v>
                </c:pt>
                <c:pt idx="317">
                  <c:v>72.650000000000006</c:v>
                </c:pt>
                <c:pt idx="318">
                  <c:v>-105.93</c:v>
                </c:pt>
                <c:pt idx="319">
                  <c:v>-138.91</c:v>
                </c:pt>
                <c:pt idx="320">
                  <c:v>-106.31</c:v>
                </c:pt>
                <c:pt idx="321">
                  <c:v>-282.61</c:v>
                </c:pt>
                <c:pt idx="322">
                  <c:v>-227.86</c:v>
                </c:pt>
                <c:pt idx="323">
                  <c:v>19.29</c:v>
                </c:pt>
                <c:pt idx="324">
                  <c:v>-201.42</c:v>
                </c:pt>
                <c:pt idx="325">
                  <c:v>78.510000000000005</c:v>
                </c:pt>
                <c:pt idx="326">
                  <c:v>200.85</c:v>
                </c:pt>
                <c:pt idx="327">
                  <c:v>72.89</c:v>
                </c:pt>
                <c:pt idx="328">
                  <c:v>-109.25</c:v>
                </c:pt>
                <c:pt idx="329">
                  <c:v>-167.29</c:v>
                </c:pt>
                <c:pt idx="330">
                  <c:v>-128.91</c:v>
                </c:pt>
                <c:pt idx="331">
                  <c:v>-219.37</c:v>
                </c:pt>
                <c:pt idx="332">
                  <c:v>99.36</c:v>
                </c:pt>
                <c:pt idx="333">
                  <c:v>-273.69</c:v>
                </c:pt>
                <c:pt idx="334">
                  <c:v>-254.82</c:v>
                </c:pt>
                <c:pt idx="335">
                  <c:v>-170.64</c:v>
                </c:pt>
                <c:pt idx="336">
                  <c:v>416.98</c:v>
                </c:pt>
                <c:pt idx="337">
                  <c:v>33.08</c:v>
                </c:pt>
                <c:pt idx="338">
                  <c:v>-169.9</c:v>
                </c:pt>
                <c:pt idx="339">
                  <c:v>81.650000000000006</c:v>
                </c:pt>
                <c:pt idx="340">
                  <c:v>-168.52</c:v>
                </c:pt>
                <c:pt idx="341">
                  <c:v>87.38</c:v>
                </c:pt>
                <c:pt idx="342">
                  <c:v>241.22</c:v>
                </c:pt>
                <c:pt idx="343">
                  <c:v>186.41</c:v>
                </c:pt>
                <c:pt idx="344">
                  <c:v>-191.35</c:v>
                </c:pt>
                <c:pt idx="345">
                  <c:v>431.44</c:v>
                </c:pt>
                <c:pt idx="346">
                  <c:v>-244.45</c:v>
                </c:pt>
                <c:pt idx="347">
                  <c:v>412.7</c:v>
                </c:pt>
                <c:pt idx="348">
                  <c:v>-128.75</c:v>
                </c:pt>
                <c:pt idx="349">
                  <c:v>-182.25</c:v>
                </c:pt>
                <c:pt idx="350">
                  <c:v>737.65</c:v>
                </c:pt>
                <c:pt idx="351">
                  <c:v>59.92</c:v>
                </c:pt>
                <c:pt idx="352">
                  <c:v>97.27</c:v>
                </c:pt>
                <c:pt idx="353">
                  <c:v>-81.849999999999994</c:v>
                </c:pt>
                <c:pt idx="354">
                  <c:v>-288.25</c:v>
                </c:pt>
                <c:pt idx="355">
                  <c:v>51.39</c:v>
                </c:pt>
                <c:pt idx="356">
                  <c:v>89.27</c:v>
                </c:pt>
                <c:pt idx="357">
                  <c:v>670.12</c:v>
                </c:pt>
                <c:pt idx="358">
                  <c:v>-233.38</c:v>
                </c:pt>
                <c:pt idx="359">
                  <c:v>-253.28</c:v>
                </c:pt>
                <c:pt idx="360">
                  <c:v>357.06</c:v>
                </c:pt>
                <c:pt idx="361">
                  <c:v>470.55</c:v>
                </c:pt>
                <c:pt idx="362">
                  <c:v>-113.44</c:v>
                </c:pt>
                <c:pt idx="363">
                  <c:v>124.29</c:v>
                </c:pt>
                <c:pt idx="364">
                  <c:v>-149.79</c:v>
                </c:pt>
                <c:pt idx="365">
                  <c:v>38.06</c:v>
                </c:pt>
                <c:pt idx="366">
                  <c:v>164.97</c:v>
                </c:pt>
                <c:pt idx="367">
                  <c:v>-60.05</c:v>
                </c:pt>
                <c:pt idx="368">
                  <c:v>-181.22</c:v>
                </c:pt>
                <c:pt idx="369">
                  <c:v>-116.82</c:v>
                </c:pt>
                <c:pt idx="370">
                  <c:v>-126.99</c:v>
                </c:pt>
                <c:pt idx="371">
                  <c:v>-176.98</c:v>
                </c:pt>
                <c:pt idx="372">
                  <c:v>104.69</c:v>
                </c:pt>
                <c:pt idx="373">
                  <c:v>-39.9</c:v>
                </c:pt>
                <c:pt idx="374">
                  <c:v>15.22</c:v>
                </c:pt>
                <c:pt idx="375">
                  <c:v>202.68</c:v>
                </c:pt>
                <c:pt idx="376">
                  <c:v>-2.66</c:v>
                </c:pt>
                <c:pt idx="377">
                  <c:v>369.85</c:v>
                </c:pt>
                <c:pt idx="378">
                  <c:v>102.32</c:v>
                </c:pt>
                <c:pt idx="379">
                  <c:v>-220.67</c:v>
                </c:pt>
                <c:pt idx="380">
                  <c:v>13.79</c:v>
                </c:pt>
                <c:pt idx="381">
                  <c:v>-264.12</c:v>
                </c:pt>
                <c:pt idx="382">
                  <c:v>200.37</c:v>
                </c:pt>
                <c:pt idx="383">
                  <c:v>-8.4600000000000009</c:v>
                </c:pt>
                <c:pt idx="384">
                  <c:v>-108.06</c:v>
                </c:pt>
                <c:pt idx="385">
                  <c:v>-252.39</c:v>
                </c:pt>
                <c:pt idx="386">
                  <c:v>-28.35</c:v>
                </c:pt>
                <c:pt idx="387">
                  <c:v>15.36</c:v>
                </c:pt>
                <c:pt idx="388">
                  <c:v>205.96</c:v>
                </c:pt>
                <c:pt idx="389">
                  <c:v>-189.08</c:v>
                </c:pt>
                <c:pt idx="390">
                  <c:v>-51.49</c:v>
                </c:pt>
                <c:pt idx="391">
                  <c:v>93.48</c:v>
                </c:pt>
                <c:pt idx="392">
                  <c:v>-239.34</c:v>
                </c:pt>
                <c:pt idx="393">
                  <c:v>216.73</c:v>
                </c:pt>
                <c:pt idx="394">
                  <c:v>-240.27</c:v>
                </c:pt>
                <c:pt idx="395">
                  <c:v>82.88</c:v>
                </c:pt>
                <c:pt idx="396">
                  <c:v>-38.08</c:v>
                </c:pt>
                <c:pt idx="397">
                  <c:v>-208.57</c:v>
                </c:pt>
                <c:pt idx="398">
                  <c:v>-65.319999999999993</c:v>
                </c:pt>
                <c:pt idx="399">
                  <c:v>-138.18</c:v>
                </c:pt>
                <c:pt idx="400">
                  <c:v>-74.59</c:v>
                </c:pt>
                <c:pt idx="401">
                  <c:v>-142.88</c:v>
                </c:pt>
                <c:pt idx="402">
                  <c:v>-322.32</c:v>
                </c:pt>
                <c:pt idx="403">
                  <c:v>-96.31</c:v>
                </c:pt>
                <c:pt idx="404">
                  <c:v>413.76</c:v>
                </c:pt>
                <c:pt idx="405">
                  <c:v>-49.51</c:v>
                </c:pt>
                <c:pt idx="406">
                  <c:v>-250.6</c:v>
                </c:pt>
                <c:pt idx="407">
                  <c:v>-16.420000000000002</c:v>
                </c:pt>
                <c:pt idx="408">
                  <c:v>-99.57</c:v>
                </c:pt>
                <c:pt idx="409">
                  <c:v>-179.94</c:v>
                </c:pt>
                <c:pt idx="410">
                  <c:v>35.200000000000003</c:v>
                </c:pt>
                <c:pt idx="411">
                  <c:v>-286.07</c:v>
                </c:pt>
                <c:pt idx="412">
                  <c:v>-213.91</c:v>
                </c:pt>
                <c:pt idx="413">
                  <c:v>-250.6</c:v>
                </c:pt>
                <c:pt idx="414">
                  <c:v>90.81</c:v>
                </c:pt>
                <c:pt idx="415">
                  <c:v>-223.08</c:v>
                </c:pt>
                <c:pt idx="416">
                  <c:v>-146.4</c:v>
                </c:pt>
                <c:pt idx="417">
                  <c:v>-238.41</c:v>
                </c:pt>
                <c:pt idx="418">
                  <c:v>-203.84</c:v>
                </c:pt>
                <c:pt idx="419">
                  <c:v>-134.63</c:v>
                </c:pt>
                <c:pt idx="420">
                  <c:v>-201.41</c:v>
                </c:pt>
                <c:pt idx="421">
                  <c:v>-55.24</c:v>
                </c:pt>
                <c:pt idx="422">
                  <c:v>715.71</c:v>
                </c:pt>
                <c:pt idx="423">
                  <c:v>-91.47</c:v>
                </c:pt>
                <c:pt idx="424">
                  <c:v>-287.91000000000003</c:v>
                </c:pt>
                <c:pt idx="425">
                  <c:v>78.760000000000005</c:v>
                </c:pt>
                <c:pt idx="426">
                  <c:v>66.8</c:v>
                </c:pt>
                <c:pt idx="427">
                  <c:v>-257.26</c:v>
                </c:pt>
                <c:pt idx="428">
                  <c:v>21.17</c:v>
                </c:pt>
                <c:pt idx="429">
                  <c:v>614.83000000000004</c:v>
                </c:pt>
                <c:pt idx="430">
                  <c:v>-159.93</c:v>
                </c:pt>
                <c:pt idx="431">
                  <c:v>-232.13</c:v>
                </c:pt>
                <c:pt idx="432">
                  <c:v>-172.2</c:v>
                </c:pt>
                <c:pt idx="433">
                  <c:v>397.22</c:v>
                </c:pt>
                <c:pt idx="434">
                  <c:v>-255.19</c:v>
                </c:pt>
                <c:pt idx="435">
                  <c:v>605.82000000000005</c:v>
                </c:pt>
                <c:pt idx="436">
                  <c:v>16.309999999999999</c:v>
                </c:pt>
                <c:pt idx="437">
                  <c:v>-122.86</c:v>
                </c:pt>
                <c:pt idx="438">
                  <c:v>-251.43</c:v>
                </c:pt>
                <c:pt idx="439">
                  <c:v>23.22</c:v>
                </c:pt>
                <c:pt idx="440">
                  <c:v>-231.44</c:v>
                </c:pt>
                <c:pt idx="441">
                  <c:v>410.81</c:v>
                </c:pt>
                <c:pt idx="442">
                  <c:v>506.03</c:v>
                </c:pt>
                <c:pt idx="443">
                  <c:v>-291.58</c:v>
                </c:pt>
                <c:pt idx="444">
                  <c:v>-191.62</c:v>
                </c:pt>
                <c:pt idx="445">
                  <c:v>-303.89</c:v>
                </c:pt>
                <c:pt idx="446">
                  <c:v>-32.57</c:v>
                </c:pt>
                <c:pt idx="447">
                  <c:v>-160.91999999999999</c:v>
                </c:pt>
                <c:pt idx="448">
                  <c:v>-295.58</c:v>
                </c:pt>
                <c:pt idx="449">
                  <c:v>-290.92</c:v>
                </c:pt>
                <c:pt idx="450">
                  <c:v>150.66999999999999</c:v>
                </c:pt>
                <c:pt idx="451">
                  <c:v>-181.34</c:v>
                </c:pt>
                <c:pt idx="452">
                  <c:v>10.95</c:v>
                </c:pt>
                <c:pt idx="453">
                  <c:v>-297.75</c:v>
                </c:pt>
                <c:pt idx="454">
                  <c:v>-232.77</c:v>
                </c:pt>
                <c:pt idx="455">
                  <c:v>-149.81</c:v>
                </c:pt>
                <c:pt idx="456">
                  <c:v>408.43</c:v>
                </c:pt>
                <c:pt idx="457">
                  <c:v>513.6</c:v>
                </c:pt>
                <c:pt idx="458">
                  <c:v>168.99</c:v>
                </c:pt>
                <c:pt idx="459">
                  <c:v>-285.32</c:v>
                </c:pt>
                <c:pt idx="460">
                  <c:v>-110.27</c:v>
                </c:pt>
                <c:pt idx="461">
                  <c:v>444.02</c:v>
                </c:pt>
                <c:pt idx="462">
                  <c:v>-21.41</c:v>
                </c:pt>
                <c:pt idx="463">
                  <c:v>-299.25</c:v>
                </c:pt>
                <c:pt idx="464">
                  <c:v>-53.46</c:v>
                </c:pt>
                <c:pt idx="465">
                  <c:v>240.77</c:v>
                </c:pt>
                <c:pt idx="466">
                  <c:v>-50.95</c:v>
                </c:pt>
                <c:pt idx="467">
                  <c:v>-98.77</c:v>
                </c:pt>
                <c:pt idx="468">
                  <c:v>-300.33999999999997</c:v>
                </c:pt>
                <c:pt idx="469">
                  <c:v>-216.22</c:v>
                </c:pt>
                <c:pt idx="470">
                  <c:v>190.75</c:v>
                </c:pt>
                <c:pt idx="471">
                  <c:v>-163.79</c:v>
                </c:pt>
                <c:pt idx="472">
                  <c:v>147.87</c:v>
                </c:pt>
                <c:pt idx="473">
                  <c:v>285.58999999999997</c:v>
                </c:pt>
                <c:pt idx="474">
                  <c:v>18.309999999999999</c:v>
                </c:pt>
                <c:pt idx="475">
                  <c:v>-118.68</c:v>
                </c:pt>
                <c:pt idx="476">
                  <c:v>-157.38</c:v>
                </c:pt>
                <c:pt idx="477">
                  <c:v>33.090000000000003</c:v>
                </c:pt>
                <c:pt idx="478">
                  <c:v>28.88</c:v>
                </c:pt>
                <c:pt idx="479">
                  <c:v>-279.47000000000003</c:v>
                </c:pt>
                <c:pt idx="480">
                  <c:v>231.15</c:v>
                </c:pt>
                <c:pt idx="481">
                  <c:v>24.4</c:v>
                </c:pt>
                <c:pt idx="482">
                  <c:v>-137.01</c:v>
                </c:pt>
                <c:pt idx="483">
                  <c:v>296.99</c:v>
                </c:pt>
                <c:pt idx="484">
                  <c:v>56.29</c:v>
                </c:pt>
                <c:pt idx="485">
                  <c:v>-124.14</c:v>
                </c:pt>
                <c:pt idx="486">
                  <c:v>126.44</c:v>
                </c:pt>
                <c:pt idx="487">
                  <c:v>-148.97</c:v>
                </c:pt>
                <c:pt idx="488">
                  <c:v>-312.89</c:v>
                </c:pt>
                <c:pt idx="489">
                  <c:v>397.08</c:v>
                </c:pt>
                <c:pt idx="490">
                  <c:v>-232.13</c:v>
                </c:pt>
                <c:pt idx="491">
                  <c:v>-98.57</c:v>
                </c:pt>
                <c:pt idx="492">
                  <c:v>-111.31</c:v>
                </c:pt>
                <c:pt idx="493">
                  <c:v>-209.74</c:v>
                </c:pt>
                <c:pt idx="494">
                  <c:v>-95.23</c:v>
                </c:pt>
                <c:pt idx="495">
                  <c:v>305.73</c:v>
                </c:pt>
                <c:pt idx="496">
                  <c:v>-187.24</c:v>
                </c:pt>
                <c:pt idx="497">
                  <c:v>245.51</c:v>
                </c:pt>
                <c:pt idx="498">
                  <c:v>-228.96</c:v>
                </c:pt>
                <c:pt idx="499">
                  <c:v>100.77</c:v>
                </c:pt>
                <c:pt idx="500">
                  <c:v>-254.33</c:v>
                </c:pt>
                <c:pt idx="501">
                  <c:v>-271.5</c:v>
                </c:pt>
                <c:pt idx="502">
                  <c:v>-191.26</c:v>
                </c:pt>
                <c:pt idx="503">
                  <c:v>-136.05000000000001</c:v>
                </c:pt>
                <c:pt idx="504">
                  <c:v>-239.13</c:v>
                </c:pt>
                <c:pt idx="505">
                  <c:v>-116.89</c:v>
                </c:pt>
                <c:pt idx="506">
                  <c:v>-179.22</c:v>
                </c:pt>
                <c:pt idx="507">
                  <c:v>206.51</c:v>
                </c:pt>
                <c:pt idx="508">
                  <c:v>-2.23</c:v>
                </c:pt>
                <c:pt idx="509">
                  <c:v>-236.51</c:v>
                </c:pt>
                <c:pt idx="510">
                  <c:v>334.94</c:v>
                </c:pt>
                <c:pt idx="511">
                  <c:v>-111.72</c:v>
                </c:pt>
                <c:pt idx="512">
                  <c:v>93.96</c:v>
                </c:pt>
                <c:pt idx="513">
                  <c:v>411.69</c:v>
                </c:pt>
                <c:pt idx="514">
                  <c:v>97.17</c:v>
                </c:pt>
                <c:pt idx="515">
                  <c:v>-250.96</c:v>
                </c:pt>
                <c:pt idx="516">
                  <c:v>-35.99</c:v>
                </c:pt>
                <c:pt idx="517">
                  <c:v>-130.19999999999999</c:v>
                </c:pt>
                <c:pt idx="518">
                  <c:v>-264.07</c:v>
                </c:pt>
                <c:pt idx="519">
                  <c:v>45.58</c:v>
                </c:pt>
                <c:pt idx="520">
                  <c:v>-176.01</c:v>
                </c:pt>
                <c:pt idx="521">
                  <c:v>186.97</c:v>
                </c:pt>
                <c:pt idx="522">
                  <c:v>-101.13</c:v>
                </c:pt>
                <c:pt idx="523">
                  <c:v>-191.97</c:v>
                </c:pt>
                <c:pt idx="524">
                  <c:v>191.77</c:v>
                </c:pt>
                <c:pt idx="525">
                  <c:v>147.9</c:v>
                </c:pt>
                <c:pt idx="526">
                  <c:v>-140.32</c:v>
                </c:pt>
                <c:pt idx="527">
                  <c:v>-179.29</c:v>
                </c:pt>
                <c:pt idx="528">
                  <c:v>247.78</c:v>
                </c:pt>
                <c:pt idx="529">
                  <c:v>594.95000000000005</c:v>
                </c:pt>
                <c:pt idx="530">
                  <c:v>-163.79</c:v>
                </c:pt>
                <c:pt idx="531">
                  <c:v>423.11</c:v>
                </c:pt>
                <c:pt idx="532">
                  <c:v>-79.03</c:v>
                </c:pt>
                <c:pt idx="533">
                  <c:v>-168.87</c:v>
                </c:pt>
                <c:pt idx="534">
                  <c:v>-188.32</c:v>
                </c:pt>
                <c:pt idx="535">
                  <c:v>-214.48</c:v>
                </c:pt>
                <c:pt idx="536">
                  <c:v>-227.34</c:v>
                </c:pt>
                <c:pt idx="537">
                  <c:v>-234.16</c:v>
                </c:pt>
                <c:pt idx="538">
                  <c:v>1.81</c:v>
                </c:pt>
                <c:pt idx="539">
                  <c:v>228.12</c:v>
                </c:pt>
                <c:pt idx="540">
                  <c:v>-240.36</c:v>
                </c:pt>
                <c:pt idx="541">
                  <c:v>-244.33</c:v>
                </c:pt>
                <c:pt idx="542">
                  <c:v>-247.24</c:v>
                </c:pt>
                <c:pt idx="543">
                  <c:v>-201.75</c:v>
                </c:pt>
                <c:pt idx="544">
                  <c:v>-248.24</c:v>
                </c:pt>
                <c:pt idx="545">
                  <c:v>-174</c:v>
                </c:pt>
                <c:pt idx="546">
                  <c:v>3.91</c:v>
                </c:pt>
                <c:pt idx="547">
                  <c:v>243.98</c:v>
                </c:pt>
                <c:pt idx="548">
                  <c:v>-61.42</c:v>
                </c:pt>
                <c:pt idx="549">
                  <c:v>96.18</c:v>
                </c:pt>
                <c:pt idx="550">
                  <c:v>-124.6</c:v>
                </c:pt>
                <c:pt idx="551">
                  <c:v>208.23</c:v>
                </c:pt>
                <c:pt idx="552">
                  <c:v>226.37</c:v>
                </c:pt>
                <c:pt idx="553">
                  <c:v>-180.08</c:v>
                </c:pt>
                <c:pt idx="554">
                  <c:v>-178</c:v>
                </c:pt>
                <c:pt idx="555">
                  <c:v>-218.94</c:v>
                </c:pt>
                <c:pt idx="556">
                  <c:v>-153.72</c:v>
                </c:pt>
                <c:pt idx="557">
                  <c:v>711.46</c:v>
                </c:pt>
                <c:pt idx="558">
                  <c:v>-60.54</c:v>
                </c:pt>
                <c:pt idx="559">
                  <c:v>-108.88</c:v>
                </c:pt>
                <c:pt idx="560">
                  <c:v>-116.07</c:v>
                </c:pt>
                <c:pt idx="561">
                  <c:v>613.6</c:v>
                </c:pt>
                <c:pt idx="562">
                  <c:v>36.33</c:v>
                </c:pt>
                <c:pt idx="563">
                  <c:v>149.41</c:v>
                </c:pt>
                <c:pt idx="564">
                  <c:v>-96.57</c:v>
                </c:pt>
                <c:pt idx="565">
                  <c:v>529.71</c:v>
                </c:pt>
                <c:pt idx="566">
                  <c:v>185.97</c:v>
                </c:pt>
                <c:pt idx="567">
                  <c:v>316.24</c:v>
                </c:pt>
                <c:pt idx="568">
                  <c:v>281.97000000000003</c:v>
                </c:pt>
                <c:pt idx="569">
                  <c:v>211.75</c:v>
                </c:pt>
                <c:pt idx="570">
                  <c:v>93.71</c:v>
                </c:pt>
                <c:pt idx="571">
                  <c:v>-51.96</c:v>
                </c:pt>
                <c:pt idx="572">
                  <c:v>-248.54</c:v>
                </c:pt>
                <c:pt idx="573">
                  <c:v>-170.98</c:v>
                </c:pt>
                <c:pt idx="574">
                  <c:v>119.03</c:v>
                </c:pt>
                <c:pt idx="575">
                  <c:v>292.63</c:v>
                </c:pt>
                <c:pt idx="576">
                  <c:v>-69.739999999999995</c:v>
                </c:pt>
                <c:pt idx="577">
                  <c:v>-189.57</c:v>
                </c:pt>
                <c:pt idx="578">
                  <c:v>-54.07</c:v>
                </c:pt>
                <c:pt idx="579">
                  <c:v>-178.03</c:v>
                </c:pt>
                <c:pt idx="580">
                  <c:v>-237.26</c:v>
                </c:pt>
                <c:pt idx="581">
                  <c:v>2.2599999999999998</c:v>
                </c:pt>
                <c:pt idx="582">
                  <c:v>-109.74</c:v>
                </c:pt>
                <c:pt idx="583">
                  <c:v>-229.06</c:v>
                </c:pt>
                <c:pt idx="584">
                  <c:v>-133.36000000000001</c:v>
                </c:pt>
                <c:pt idx="585">
                  <c:v>-106.82</c:v>
                </c:pt>
                <c:pt idx="586">
                  <c:v>-158.13</c:v>
                </c:pt>
                <c:pt idx="587">
                  <c:v>-105.94</c:v>
                </c:pt>
                <c:pt idx="588">
                  <c:v>320.89999999999998</c:v>
                </c:pt>
                <c:pt idx="589">
                  <c:v>-247.25</c:v>
                </c:pt>
                <c:pt idx="590">
                  <c:v>-30.86</c:v>
                </c:pt>
                <c:pt idx="591">
                  <c:v>-158.84</c:v>
                </c:pt>
                <c:pt idx="592">
                  <c:v>-284.14</c:v>
                </c:pt>
                <c:pt idx="593">
                  <c:v>-95.12</c:v>
                </c:pt>
                <c:pt idx="594">
                  <c:v>-27.08</c:v>
                </c:pt>
                <c:pt idx="595">
                  <c:v>-277.32</c:v>
                </c:pt>
                <c:pt idx="596">
                  <c:v>-158.57</c:v>
                </c:pt>
                <c:pt idx="597">
                  <c:v>108.94</c:v>
                </c:pt>
                <c:pt idx="598">
                  <c:v>-111.54</c:v>
                </c:pt>
                <c:pt idx="599">
                  <c:v>-189.33</c:v>
                </c:pt>
                <c:pt idx="600">
                  <c:v>-232.77</c:v>
                </c:pt>
                <c:pt idx="601">
                  <c:v>-236.76</c:v>
                </c:pt>
                <c:pt idx="602">
                  <c:v>491.38</c:v>
                </c:pt>
                <c:pt idx="603">
                  <c:v>11.41</c:v>
                </c:pt>
                <c:pt idx="604">
                  <c:v>76.39</c:v>
                </c:pt>
                <c:pt idx="605">
                  <c:v>-203.65</c:v>
                </c:pt>
                <c:pt idx="606">
                  <c:v>89.33</c:v>
                </c:pt>
                <c:pt idx="607">
                  <c:v>-113.88</c:v>
                </c:pt>
                <c:pt idx="608">
                  <c:v>-272.86</c:v>
                </c:pt>
                <c:pt idx="609">
                  <c:v>-201.43</c:v>
                </c:pt>
                <c:pt idx="610">
                  <c:v>-289.58999999999997</c:v>
                </c:pt>
                <c:pt idx="611">
                  <c:v>612.27</c:v>
                </c:pt>
                <c:pt idx="612">
                  <c:v>-11.36</c:v>
                </c:pt>
                <c:pt idx="613">
                  <c:v>-247.02</c:v>
                </c:pt>
                <c:pt idx="614">
                  <c:v>385.23</c:v>
                </c:pt>
                <c:pt idx="615">
                  <c:v>33.9</c:v>
                </c:pt>
                <c:pt idx="616">
                  <c:v>125.38</c:v>
                </c:pt>
                <c:pt idx="617">
                  <c:v>141.53</c:v>
                </c:pt>
                <c:pt idx="618">
                  <c:v>297.74</c:v>
                </c:pt>
                <c:pt idx="619">
                  <c:v>-31.2</c:v>
                </c:pt>
                <c:pt idx="620">
                  <c:v>-97.21</c:v>
                </c:pt>
                <c:pt idx="621">
                  <c:v>-226.81</c:v>
                </c:pt>
                <c:pt idx="622">
                  <c:v>358.24</c:v>
                </c:pt>
                <c:pt idx="623">
                  <c:v>569.12</c:v>
                </c:pt>
                <c:pt idx="624">
                  <c:v>-209.08</c:v>
                </c:pt>
                <c:pt idx="625">
                  <c:v>-157.35</c:v>
                </c:pt>
                <c:pt idx="626">
                  <c:v>-204.17</c:v>
                </c:pt>
                <c:pt idx="627">
                  <c:v>543.09</c:v>
                </c:pt>
                <c:pt idx="628">
                  <c:v>-169.1</c:v>
                </c:pt>
                <c:pt idx="629">
                  <c:v>-292.31</c:v>
                </c:pt>
                <c:pt idx="630">
                  <c:v>342</c:v>
                </c:pt>
                <c:pt idx="631">
                  <c:v>-73.319999999999993</c:v>
                </c:pt>
                <c:pt idx="632">
                  <c:v>-147.08000000000001</c:v>
                </c:pt>
                <c:pt idx="633">
                  <c:v>-22.94</c:v>
                </c:pt>
                <c:pt idx="634">
                  <c:v>-71.28</c:v>
                </c:pt>
                <c:pt idx="635">
                  <c:v>373.93</c:v>
                </c:pt>
                <c:pt idx="636">
                  <c:v>-111.22</c:v>
                </c:pt>
                <c:pt idx="637">
                  <c:v>-271.49</c:v>
                </c:pt>
                <c:pt idx="638">
                  <c:v>-230.44</c:v>
                </c:pt>
                <c:pt idx="639">
                  <c:v>-139.88</c:v>
                </c:pt>
                <c:pt idx="640">
                  <c:v>-11.81</c:v>
                </c:pt>
                <c:pt idx="641">
                  <c:v>423.82</c:v>
                </c:pt>
                <c:pt idx="642">
                  <c:v>-203.09</c:v>
                </c:pt>
                <c:pt idx="643">
                  <c:v>286.17</c:v>
                </c:pt>
                <c:pt idx="644">
                  <c:v>-256.74</c:v>
                </c:pt>
                <c:pt idx="645">
                  <c:v>-154.05000000000001</c:v>
                </c:pt>
                <c:pt idx="646">
                  <c:v>118.32</c:v>
                </c:pt>
                <c:pt idx="647">
                  <c:v>-269.69</c:v>
                </c:pt>
                <c:pt idx="648">
                  <c:v>-299.47000000000003</c:v>
                </c:pt>
                <c:pt idx="649">
                  <c:v>-60.23</c:v>
                </c:pt>
                <c:pt idx="650">
                  <c:v>77.209999999999994</c:v>
                </c:pt>
                <c:pt idx="651">
                  <c:v>27.6</c:v>
                </c:pt>
                <c:pt idx="652">
                  <c:v>427.19</c:v>
                </c:pt>
                <c:pt idx="653">
                  <c:v>20.67</c:v>
                </c:pt>
                <c:pt idx="654">
                  <c:v>-52.24</c:v>
                </c:pt>
                <c:pt idx="655">
                  <c:v>-270.58</c:v>
                </c:pt>
                <c:pt idx="656">
                  <c:v>-215.33</c:v>
                </c:pt>
                <c:pt idx="657">
                  <c:v>-27.33</c:v>
                </c:pt>
                <c:pt idx="658">
                  <c:v>-185.37</c:v>
                </c:pt>
                <c:pt idx="659">
                  <c:v>-246.78</c:v>
                </c:pt>
                <c:pt idx="660">
                  <c:v>-196.64</c:v>
                </c:pt>
                <c:pt idx="661">
                  <c:v>-206.02</c:v>
                </c:pt>
                <c:pt idx="662">
                  <c:v>65.12</c:v>
                </c:pt>
                <c:pt idx="663">
                  <c:v>591.54999999999995</c:v>
                </c:pt>
                <c:pt idx="664">
                  <c:v>-124.52</c:v>
                </c:pt>
                <c:pt idx="665">
                  <c:v>-100.75</c:v>
                </c:pt>
                <c:pt idx="666">
                  <c:v>-141.12</c:v>
                </c:pt>
                <c:pt idx="667">
                  <c:v>-248.53</c:v>
                </c:pt>
                <c:pt idx="668">
                  <c:v>-23.43</c:v>
                </c:pt>
                <c:pt idx="669">
                  <c:v>-246.7</c:v>
                </c:pt>
                <c:pt idx="670">
                  <c:v>283.42</c:v>
                </c:pt>
                <c:pt idx="671">
                  <c:v>-126.86</c:v>
                </c:pt>
                <c:pt idx="672">
                  <c:v>-92.76</c:v>
                </c:pt>
                <c:pt idx="673">
                  <c:v>-41.42</c:v>
                </c:pt>
                <c:pt idx="674">
                  <c:v>157.54</c:v>
                </c:pt>
                <c:pt idx="675">
                  <c:v>-129.08000000000001</c:v>
                </c:pt>
                <c:pt idx="676">
                  <c:v>138.99</c:v>
                </c:pt>
                <c:pt idx="677">
                  <c:v>-14.43</c:v>
                </c:pt>
                <c:pt idx="678">
                  <c:v>294.98</c:v>
                </c:pt>
                <c:pt idx="679">
                  <c:v>-17.45</c:v>
                </c:pt>
                <c:pt idx="680">
                  <c:v>-278.55</c:v>
                </c:pt>
                <c:pt idx="681">
                  <c:v>-295.45</c:v>
                </c:pt>
                <c:pt idx="682">
                  <c:v>5.72</c:v>
                </c:pt>
                <c:pt idx="683">
                  <c:v>-259.89</c:v>
                </c:pt>
                <c:pt idx="684">
                  <c:v>-186.6</c:v>
                </c:pt>
                <c:pt idx="685">
                  <c:v>-233.89</c:v>
                </c:pt>
                <c:pt idx="686">
                  <c:v>-195.86</c:v>
                </c:pt>
                <c:pt idx="687">
                  <c:v>330.38</c:v>
                </c:pt>
                <c:pt idx="688">
                  <c:v>-178.95</c:v>
                </c:pt>
                <c:pt idx="689">
                  <c:v>-111.63</c:v>
                </c:pt>
                <c:pt idx="690">
                  <c:v>331.3</c:v>
                </c:pt>
                <c:pt idx="691">
                  <c:v>81.540000000000006</c:v>
                </c:pt>
                <c:pt idx="692">
                  <c:v>186.62</c:v>
                </c:pt>
                <c:pt idx="693">
                  <c:v>234.34</c:v>
                </c:pt>
                <c:pt idx="694">
                  <c:v>174.07</c:v>
                </c:pt>
                <c:pt idx="695">
                  <c:v>121.69</c:v>
                </c:pt>
                <c:pt idx="696">
                  <c:v>-218.43</c:v>
                </c:pt>
                <c:pt idx="697">
                  <c:v>-75.8</c:v>
                </c:pt>
                <c:pt idx="698">
                  <c:v>337.53</c:v>
                </c:pt>
                <c:pt idx="699">
                  <c:v>686.75</c:v>
                </c:pt>
                <c:pt idx="700">
                  <c:v>202.44</c:v>
                </c:pt>
                <c:pt idx="701">
                  <c:v>-221.19</c:v>
                </c:pt>
                <c:pt idx="702">
                  <c:v>-97.41</c:v>
                </c:pt>
                <c:pt idx="703">
                  <c:v>436.44</c:v>
                </c:pt>
                <c:pt idx="704">
                  <c:v>498.29</c:v>
                </c:pt>
                <c:pt idx="705">
                  <c:v>203.51</c:v>
                </c:pt>
                <c:pt idx="706">
                  <c:v>-139.4</c:v>
                </c:pt>
                <c:pt idx="707">
                  <c:v>-250.57</c:v>
                </c:pt>
                <c:pt idx="708">
                  <c:v>-173.79</c:v>
                </c:pt>
                <c:pt idx="709">
                  <c:v>-251.05</c:v>
                </c:pt>
                <c:pt idx="710">
                  <c:v>184.91</c:v>
                </c:pt>
                <c:pt idx="711">
                  <c:v>-19.77</c:v>
                </c:pt>
                <c:pt idx="712">
                  <c:v>413.6</c:v>
                </c:pt>
                <c:pt idx="713">
                  <c:v>-193.12</c:v>
                </c:pt>
                <c:pt idx="714">
                  <c:v>524.08000000000004</c:v>
                </c:pt>
                <c:pt idx="715">
                  <c:v>-136.68</c:v>
                </c:pt>
                <c:pt idx="716">
                  <c:v>220.23</c:v>
                </c:pt>
                <c:pt idx="717">
                  <c:v>-282.39</c:v>
                </c:pt>
                <c:pt idx="718">
                  <c:v>-162.05000000000001</c:v>
                </c:pt>
                <c:pt idx="719">
                  <c:v>-194.88</c:v>
                </c:pt>
                <c:pt idx="720">
                  <c:v>-117.13</c:v>
                </c:pt>
                <c:pt idx="721">
                  <c:v>524.45000000000005</c:v>
                </c:pt>
                <c:pt idx="722">
                  <c:v>-198.02</c:v>
                </c:pt>
                <c:pt idx="723">
                  <c:v>-52.74</c:v>
                </c:pt>
                <c:pt idx="724">
                  <c:v>-224.97</c:v>
                </c:pt>
                <c:pt idx="725">
                  <c:v>-84.6</c:v>
                </c:pt>
                <c:pt idx="726">
                  <c:v>-161.94999999999999</c:v>
                </c:pt>
                <c:pt idx="727">
                  <c:v>400.27</c:v>
                </c:pt>
                <c:pt idx="728">
                  <c:v>103.49</c:v>
                </c:pt>
                <c:pt idx="729">
                  <c:v>46.52</c:v>
                </c:pt>
                <c:pt idx="730">
                  <c:v>-211.26</c:v>
                </c:pt>
                <c:pt idx="731">
                  <c:v>-147.6</c:v>
                </c:pt>
                <c:pt idx="732">
                  <c:v>-284.31</c:v>
                </c:pt>
                <c:pt idx="733">
                  <c:v>237.72</c:v>
                </c:pt>
                <c:pt idx="734">
                  <c:v>-266.58999999999997</c:v>
                </c:pt>
                <c:pt idx="735">
                  <c:v>536.48</c:v>
                </c:pt>
                <c:pt idx="736">
                  <c:v>259.82</c:v>
                </c:pt>
                <c:pt idx="737">
                  <c:v>296.98</c:v>
                </c:pt>
                <c:pt idx="738">
                  <c:v>449.1</c:v>
                </c:pt>
                <c:pt idx="739">
                  <c:v>550.91999999999996</c:v>
                </c:pt>
                <c:pt idx="740">
                  <c:v>71.73</c:v>
                </c:pt>
                <c:pt idx="741">
                  <c:v>-233.93</c:v>
                </c:pt>
                <c:pt idx="742">
                  <c:v>-181.58</c:v>
                </c:pt>
                <c:pt idx="743">
                  <c:v>-257.85000000000002</c:v>
                </c:pt>
                <c:pt idx="744">
                  <c:v>-65.97</c:v>
                </c:pt>
                <c:pt idx="745">
                  <c:v>-282.66000000000003</c:v>
                </c:pt>
                <c:pt idx="746">
                  <c:v>379.91</c:v>
                </c:pt>
                <c:pt idx="747">
                  <c:v>-281.72000000000003</c:v>
                </c:pt>
                <c:pt idx="748">
                  <c:v>-220.86</c:v>
                </c:pt>
                <c:pt idx="749">
                  <c:v>273.04000000000002</c:v>
                </c:pt>
                <c:pt idx="750">
                  <c:v>-211.26</c:v>
                </c:pt>
                <c:pt idx="751">
                  <c:v>-179.78</c:v>
                </c:pt>
                <c:pt idx="752">
                  <c:v>-137.09</c:v>
                </c:pt>
                <c:pt idx="753">
                  <c:v>47.72</c:v>
                </c:pt>
                <c:pt idx="754">
                  <c:v>-37.659999999999997</c:v>
                </c:pt>
                <c:pt idx="755">
                  <c:v>512.24</c:v>
                </c:pt>
                <c:pt idx="756">
                  <c:v>-19.78</c:v>
                </c:pt>
                <c:pt idx="757">
                  <c:v>271.08</c:v>
                </c:pt>
                <c:pt idx="758">
                  <c:v>-125.07</c:v>
                </c:pt>
                <c:pt idx="759">
                  <c:v>-90.36</c:v>
                </c:pt>
                <c:pt idx="760">
                  <c:v>487.6</c:v>
                </c:pt>
                <c:pt idx="761">
                  <c:v>437.37</c:v>
                </c:pt>
                <c:pt idx="762">
                  <c:v>231.59</c:v>
                </c:pt>
                <c:pt idx="763">
                  <c:v>-267.88</c:v>
                </c:pt>
                <c:pt idx="764">
                  <c:v>-90.9</c:v>
                </c:pt>
                <c:pt idx="765">
                  <c:v>464.86</c:v>
                </c:pt>
                <c:pt idx="766">
                  <c:v>-65.41</c:v>
                </c:pt>
                <c:pt idx="767">
                  <c:v>-245.75</c:v>
                </c:pt>
                <c:pt idx="768">
                  <c:v>81.69</c:v>
                </c:pt>
                <c:pt idx="769">
                  <c:v>-264.99</c:v>
                </c:pt>
                <c:pt idx="770">
                  <c:v>69.27</c:v>
                </c:pt>
                <c:pt idx="771">
                  <c:v>307.14</c:v>
                </c:pt>
                <c:pt idx="772">
                  <c:v>167.73</c:v>
                </c:pt>
                <c:pt idx="773">
                  <c:v>-267.95999999999998</c:v>
                </c:pt>
                <c:pt idx="774">
                  <c:v>-185.13</c:v>
                </c:pt>
                <c:pt idx="775">
                  <c:v>-171.49</c:v>
                </c:pt>
                <c:pt idx="776">
                  <c:v>156.03</c:v>
                </c:pt>
                <c:pt idx="777">
                  <c:v>-233.95</c:v>
                </c:pt>
                <c:pt idx="778">
                  <c:v>-199.44</c:v>
                </c:pt>
                <c:pt idx="779">
                  <c:v>510.37</c:v>
                </c:pt>
                <c:pt idx="780">
                  <c:v>-140.88</c:v>
                </c:pt>
                <c:pt idx="781">
                  <c:v>65.989999999999995</c:v>
                </c:pt>
                <c:pt idx="782">
                  <c:v>-272.85000000000002</c:v>
                </c:pt>
                <c:pt idx="783">
                  <c:v>32.68</c:v>
                </c:pt>
                <c:pt idx="784">
                  <c:v>-270.66000000000003</c:v>
                </c:pt>
                <c:pt idx="785">
                  <c:v>228.16</c:v>
                </c:pt>
                <c:pt idx="786">
                  <c:v>283.88</c:v>
                </c:pt>
                <c:pt idx="787">
                  <c:v>-266.3</c:v>
                </c:pt>
                <c:pt idx="788">
                  <c:v>-133.52000000000001</c:v>
                </c:pt>
                <c:pt idx="789">
                  <c:v>100.99</c:v>
                </c:pt>
                <c:pt idx="790">
                  <c:v>-256.27</c:v>
                </c:pt>
                <c:pt idx="791">
                  <c:v>-36.090000000000003</c:v>
                </c:pt>
                <c:pt idx="792">
                  <c:v>685.38</c:v>
                </c:pt>
                <c:pt idx="793">
                  <c:v>360.61</c:v>
                </c:pt>
                <c:pt idx="794">
                  <c:v>-222.12</c:v>
                </c:pt>
                <c:pt idx="795">
                  <c:v>-247.92</c:v>
                </c:pt>
                <c:pt idx="796">
                  <c:v>-273.08999999999997</c:v>
                </c:pt>
                <c:pt idx="797">
                  <c:v>-74.86</c:v>
                </c:pt>
                <c:pt idx="798">
                  <c:v>-226.58</c:v>
                </c:pt>
                <c:pt idx="799">
                  <c:v>118.12</c:v>
                </c:pt>
                <c:pt idx="800">
                  <c:v>-187.04</c:v>
                </c:pt>
                <c:pt idx="801">
                  <c:v>-66.319999999999993</c:v>
                </c:pt>
                <c:pt idx="802">
                  <c:v>190.32</c:v>
                </c:pt>
                <c:pt idx="803">
                  <c:v>157.66999999999999</c:v>
                </c:pt>
                <c:pt idx="804">
                  <c:v>394.33</c:v>
                </c:pt>
                <c:pt idx="805">
                  <c:v>-11.63</c:v>
                </c:pt>
                <c:pt idx="806">
                  <c:v>-136.32</c:v>
                </c:pt>
                <c:pt idx="807">
                  <c:v>-109.03</c:v>
                </c:pt>
                <c:pt idx="808">
                  <c:v>-305.36</c:v>
                </c:pt>
                <c:pt idx="809">
                  <c:v>347.89</c:v>
                </c:pt>
                <c:pt idx="810">
                  <c:v>-233.7</c:v>
                </c:pt>
                <c:pt idx="811">
                  <c:v>102.73</c:v>
                </c:pt>
                <c:pt idx="812">
                  <c:v>9.09</c:v>
                </c:pt>
                <c:pt idx="813">
                  <c:v>-220.09</c:v>
                </c:pt>
                <c:pt idx="814">
                  <c:v>88.41</c:v>
                </c:pt>
                <c:pt idx="815">
                  <c:v>123.96</c:v>
                </c:pt>
                <c:pt idx="816">
                  <c:v>28.98</c:v>
                </c:pt>
                <c:pt idx="817">
                  <c:v>-38.409999999999997</c:v>
                </c:pt>
                <c:pt idx="818">
                  <c:v>79.87</c:v>
                </c:pt>
                <c:pt idx="819">
                  <c:v>-75.41</c:v>
                </c:pt>
                <c:pt idx="820">
                  <c:v>-97.86</c:v>
                </c:pt>
                <c:pt idx="821">
                  <c:v>-236.87</c:v>
                </c:pt>
                <c:pt idx="822">
                  <c:v>-321.32</c:v>
                </c:pt>
                <c:pt idx="823">
                  <c:v>-107.56</c:v>
                </c:pt>
                <c:pt idx="824">
                  <c:v>109.59</c:v>
                </c:pt>
                <c:pt idx="825">
                  <c:v>-239.56</c:v>
                </c:pt>
                <c:pt idx="826">
                  <c:v>357.44</c:v>
                </c:pt>
                <c:pt idx="827">
                  <c:v>-174.97</c:v>
                </c:pt>
                <c:pt idx="828">
                  <c:v>361.98</c:v>
                </c:pt>
                <c:pt idx="829">
                  <c:v>459.31</c:v>
                </c:pt>
                <c:pt idx="830">
                  <c:v>-231.3</c:v>
                </c:pt>
                <c:pt idx="831">
                  <c:v>-61.21</c:v>
                </c:pt>
                <c:pt idx="832">
                  <c:v>-232.46</c:v>
                </c:pt>
                <c:pt idx="833">
                  <c:v>-228.13</c:v>
                </c:pt>
                <c:pt idx="834">
                  <c:v>-37.630000000000003</c:v>
                </c:pt>
                <c:pt idx="835">
                  <c:v>-250</c:v>
                </c:pt>
                <c:pt idx="836">
                  <c:v>-102.66</c:v>
                </c:pt>
                <c:pt idx="837">
                  <c:v>-50.83</c:v>
                </c:pt>
                <c:pt idx="838">
                  <c:v>266.63</c:v>
                </c:pt>
                <c:pt idx="839">
                  <c:v>-147.91</c:v>
                </c:pt>
                <c:pt idx="840">
                  <c:v>-141.38999999999999</c:v>
                </c:pt>
                <c:pt idx="841">
                  <c:v>-256.69</c:v>
                </c:pt>
                <c:pt idx="842">
                  <c:v>-249.11</c:v>
                </c:pt>
                <c:pt idx="843">
                  <c:v>-291.77</c:v>
                </c:pt>
                <c:pt idx="844">
                  <c:v>-282.61</c:v>
                </c:pt>
                <c:pt idx="845">
                  <c:v>-24.59</c:v>
                </c:pt>
                <c:pt idx="846">
                  <c:v>-243.08</c:v>
                </c:pt>
                <c:pt idx="847">
                  <c:v>-308.5</c:v>
                </c:pt>
                <c:pt idx="848">
                  <c:v>365.72</c:v>
                </c:pt>
                <c:pt idx="849">
                  <c:v>319.33</c:v>
                </c:pt>
                <c:pt idx="850">
                  <c:v>-227.19</c:v>
                </c:pt>
                <c:pt idx="851">
                  <c:v>-98.19</c:v>
                </c:pt>
                <c:pt idx="852">
                  <c:v>66.95</c:v>
                </c:pt>
                <c:pt idx="853">
                  <c:v>234.29</c:v>
                </c:pt>
                <c:pt idx="854">
                  <c:v>179.74</c:v>
                </c:pt>
                <c:pt idx="855">
                  <c:v>40.020000000000003</c:v>
                </c:pt>
                <c:pt idx="856">
                  <c:v>-145.59</c:v>
                </c:pt>
                <c:pt idx="857">
                  <c:v>-218.1</c:v>
                </c:pt>
                <c:pt idx="858">
                  <c:v>38.82</c:v>
                </c:pt>
                <c:pt idx="859">
                  <c:v>127.1</c:v>
                </c:pt>
                <c:pt idx="860">
                  <c:v>-246.42</c:v>
                </c:pt>
                <c:pt idx="861">
                  <c:v>-305.2</c:v>
                </c:pt>
                <c:pt idx="862">
                  <c:v>-230.4</c:v>
                </c:pt>
                <c:pt idx="863">
                  <c:v>38.36</c:v>
                </c:pt>
                <c:pt idx="864">
                  <c:v>-69.290000000000006</c:v>
                </c:pt>
                <c:pt idx="865">
                  <c:v>-217.5</c:v>
                </c:pt>
                <c:pt idx="866">
                  <c:v>428.45</c:v>
                </c:pt>
                <c:pt idx="867">
                  <c:v>-192.08</c:v>
                </c:pt>
                <c:pt idx="868">
                  <c:v>-246.42</c:v>
                </c:pt>
                <c:pt idx="869">
                  <c:v>-60.72</c:v>
                </c:pt>
                <c:pt idx="870">
                  <c:v>-140.57</c:v>
                </c:pt>
                <c:pt idx="871">
                  <c:v>-245.68</c:v>
                </c:pt>
                <c:pt idx="872">
                  <c:v>-94.99</c:v>
                </c:pt>
                <c:pt idx="873">
                  <c:v>229.08</c:v>
                </c:pt>
                <c:pt idx="874">
                  <c:v>-239.18</c:v>
                </c:pt>
                <c:pt idx="875">
                  <c:v>211.18</c:v>
                </c:pt>
                <c:pt idx="876">
                  <c:v>-250.03</c:v>
                </c:pt>
                <c:pt idx="877">
                  <c:v>-278.26</c:v>
                </c:pt>
                <c:pt idx="878">
                  <c:v>436.17</c:v>
                </c:pt>
                <c:pt idx="879">
                  <c:v>-218.36</c:v>
                </c:pt>
                <c:pt idx="880">
                  <c:v>25.7</c:v>
                </c:pt>
                <c:pt idx="881">
                  <c:v>-219.49</c:v>
                </c:pt>
                <c:pt idx="882">
                  <c:v>3.89</c:v>
                </c:pt>
                <c:pt idx="883">
                  <c:v>-120.15</c:v>
                </c:pt>
                <c:pt idx="884">
                  <c:v>-147.99</c:v>
                </c:pt>
                <c:pt idx="885">
                  <c:v>3.01</c:v>
                </c:pt>
                <c:pt idx="886">
                  <c:v>-230.7</c:v>
                </c:pt>
                <c:pt idx="887">
                  <c:v>451.43</c:v>
                </c:pt>
                <c:pt idx="888">
                  <c:v>-202.6</c:v>
                </c:pt>
                <c:pt idx="889">
                  <c:v>475.66</c:v>
                </c:pt>
                <c:pt idx="890">
                  <c:v>115.21</c:v>
                </c:pt>
                <c:pt idx="891">
                  <c:v>166.44</c:v>
                </c:pt>
                <c:pt idx="892">
                  <c:v>180.57</c:v>
                </c:pt>
                <c:pt idx="893">
                  <c:v>-171</c:v>
                </c:pt>
                <c:pt idx="894">
                  <c:v>-2.17</c:v>
                </c:pt>
                <c:pt idx="895">
                  <c:v>508.94</c:v>
                </c:pt>
                <c:pt idx="896">
                  <c:v>141.44</c:v>
                </c:pt>
                <c:pt idx="897">
                  <c:v>-25.2</c:v>
                </c:pt>
                <c:pt idx="898">
                  <c:v>305.16000000000003</c:v>
                </c:pt>
                <c:pt idx="899">
                  <c:v>8.1300000000000008</c:v>
                </c:pt>
                <c:pt idx="900">
                  <c:v>103.74</c:v>
                </c:pt>
                <c:pt idx="901">
                  <c:v>-143.93</c:v>
                </c:pt>
                <c:pt idx="902">
                  <c:v>-178.42</c:v>
                </c:pt>
                <c:pt idx="903">
                  <c:v>-238.25</c:v>
                </c:pt>
                <c:pt idx="904">
                  <c:v>-201.53</c:v>
                </c:pt>
                <c:pt idx="905">
                  <c:v>-7.8</c:v>
                </c:pt>
                <c:pt idx="906">
                  <c:v>564.4</c:v>
                </c:pt>
                <c:pt idx="907">
                  <c:v>111.12</c:v>
                </c:pt>
                <c:pt idx="908">
                  <c:v>-155.97</c:v>
                </c:pt>
                <c:pt idx="909">
                  <c:v>177.61</c:v>
                </c:pt>
                <c:pt idx="910">
                  <c:v>-231.18</c:v>
                </c:pt>
                <c:pt idx="911">
                  <c:v>-84.25</c:v>
                </c:pt>
                <c:pt idx="912">
                  <c:v>445.21</c:v>
                </c:pt>
                <c:pt idx="913">
                  <c:v>126.26</c:v>
                </c:pt>
                <c:pt idx="914">
                  <c:v>-9.26</c:v>
                </c:pt>
                <c:pt idx="915">
                  <c:v>-96.41</c:v>
                </c:pt>
                <c:pt idx="916">
                  <c:v>-287.01</c:v>
                </c:pt>
                <c:pt idx="917">
                  <c:v>92.61</c:v>
                </c:pt>
                <c:pt idx="918">
                  <c:v>-119.74</c:v>
                </c:pt>
                <c:pt idx="919">
                  <c:v>-237.28</c:v>
                </c:pt>
                <c:pt idx="920">
                  <c:v>1.22</c:v>
                </c:pt>
                <c:pt idx="921">
                  <c:v>-233.87</c:v>
                </c:pt>
                <c:pt idx="922">
                  <c:v>-310.27</c:v>
                </c:pt>
                <c:pt idx="923">
                  <c:v>279.08</c:v>
                </c:pt>
                <c:pt idx="924">
                  <c:v>-110.11</c:v>
                </c:pt>
                <c:pt idx="925">
                  <c:v>-262.12</c:v>
                </c:pt>
                <c:pt idx="926">
                  <c:v>-239.27</c:v>
                </c:pt>
                <c:pt idx="927">
                  <c:v>50.41</c:v>
                </c:pt>
                <c:pt idx="928">
                  <c:v>513.96</c:v>
                </c:pt>
                <c:pt idx="929">
                  <c:v>-278.85000000000002</c:v>
                </c:pt>
                <c:pt idx="930">
                  <c:v>292.5</c:v>
                </c:pt>
                <c:pt idx="931">
                  <c:v>-129.97</c:v>
                </c:pt>
                <c:pt idx="932">
                  <c:v>458.62</c:v>
                </c:pt>
                <c:pt idx="933">
                  <c:v>146.99</c:v>
                </c:pt>
                <c:pt idx="934">
                  <c:v>60.85</c:v>
                </c:pt>
                <c:pt idx="935">
                  <c:v>-66.98</c:v>
                </c:pt>
                <c:pt idx="936">
                  <c:v>255.84</c:v>
                </c:pt>
                <c:pt idx="937">
                  <c:v>137.77000000000001</c:v>
                </c:pt>
                <c:pt idx="938">
                  <c:v>-33.92</c:v>
                </c:pt>
                <c:pt idx="939">
                  <c:v>37.93</c:v>
                </c:pt>
                <c:pt idx="940">
                  <c:v>-43.62</c:v>
                </c:pt>
                <c:pt idx="941">
                  <c:v>638.29999999999995</c:v>
                </c:pt>
                <c:pt idx="942">
                  <c:v>142.63999999999999</c:v>
                </c:pt>
                <c:pt idx="943">
                  <c:v>-57.35</c:v>
                </c:pt>
                <c:pt idx="944">
                  <c:v>-249.91</c:v>
                </c:pt>
                <c:pt idx="945">
                  <c:v>370.02</c:v>
                </c:pt>
                <c:pt idx="946">
                  <c:v>-143.07</c:v>
                </c:pt>
                <c:pt idx="947">
                  <c:v>-248.53</c:v>
                </c:pt>
                <c:pt idx="948">
                  <c:v>-149</c:v>
                </c:pt>
                <c:pt idx="949">
                  <c:v>-100.99</c:v>
                </c:pt>
                <c:pt idx="950">
                  <c:v>-198.28</c:v>
                </c:pt>
                <c:pt idx="951">
                  <c:v>-268.01</c:v>
                </c:pt>
                <c:pt idx="952">
                  <c:v>-59.03</c:v>
                </c:pt>
                <c:pt idx="953">
                  <c:v>-234.63</c:v>
                </c:pt>
                <c:pt idx="954">
                  <c:v>78.23</c:v>
                </c:pt>
                <c:pt idx="955">
                  <c:v>7.89</c:v>
                </c:pt>
                <c:pt idx="956">
                  <c:v>154.13</c:v>
                </c:pt>
                <c:pt idx="957">
                  <c:v>-30.07</c:v>
                </c:pt>
                <c:pt idx="958">
                  <c:v>-171.1</c:v>
                </c:pt>
                <c:pt idx="959">
                  <c:v>609.34</c:v>
                </c:pt>
                <c:pt idx="960">
                  <c:v>-208.42</c:v>
                </c:pt>
                <c:pt idx="961">
                  <c:v>-276.13</c:v>
                </c:pt>
                <c:pt idx="962">
                  <c:v>-288.73</c:v>
                </c:pt>
                <c:pt idx="963">
                  <c:v>-15.02</c:v>
                </c:pt>
                <c:pt idx="964">
                  <c:v>-253.01</c:v>
                </c:pt>
                <c:pt idx="965">
                  <c:v>-239.63</c:v>
                </c:pt>
                <c:pt idx="966">
                  <c:v>-22.31</c:v>
                </c:pt>
                <c:pt idx="967">
                  <c:v>-81.819999999999993</c:v>
                </c:pt>
                <c:pt idx="968">
                  <c:v>-274.23</c:v>
                </c:pt>
                <c:pt idx="969">
                  <c:v>-138.93</c:v>
                </c:pt>
                <c:pt idx="970">
                  <c:v>565.62</c:v>
                </c:pt>
                <c:pt idx="971">
                  <c:v>-65.709999999999994</c:v>
                </c:pt>
                <c:pt idx="972">
                  <c:v>320.04000000000002</c:v>
                </c:pt>
                <c:pt idx="973">
                  <c:v>-84.75</c:v>
                </c:pt>
                <c:pt idx="974">
                  <c:v>-124.13</c:v>
                </c:pt>
                <c:pt idx="975">
                  <c:v>-200.17</c:v>
                </c:pt>
                <c:pt idx="976">
                  <c:v>-9.43</c:v>
                </c:pt>
                <c:pt idx="977">
                  <c:v>-155.41999999999999</c:v>
                </c:pt>
                <c:pt idx="978">
                  <c:v>-293.27999999999997</c:v>
                </c:pt>
                <c:pt idx="979">
                  <c:v>-251.84</c:v>
                </c:pt>
                <c:pt idx="980">
                  <c:v>-72.72</c:v>
                </c:pt>
                <c:pt idx="981">
                  <c:v>-79.77</c:v>
                </c:pt>
                <c:pt idx="982">
                  <c:v>589.19000000000005</c:v>
                </c:pt>
                <c:pt idx="983">
                  <c:v>410.71</c:v>
                </c:pt>
                <c:pt idx="984">
                  <c:v>388.32</c:v>
                </c:pt>
                <c:pt idx="985">
                  <c:v>29.48</c:v>
                </c:pt>
                <c:pt idx="986">
                  <c:v>-293</c:v>
                </c:pt>
                <c:pt idx="987">
                  <c:v>196.8</c:v>
                </c:pt>
                <c:pt idx="988">
                  <c:v>544.57000000000005</c:v>
                </c:pt>
                <c:pt idx="989">
                  <c:v>309.11</c:v>
                </c:pt>
                <c:pt idx="990">
                  <c:v>-26.06</c:v>
                </c:pt>
                <c:pt idx="991">
                  <c:v>472.3</c:v>
                </c:pt>
                <c:pt idx="992">
                  <c:v>-198.14</c:v>
                </c:pt>
                <c:pt idx="993">
                  <c:v>-121.35</c:v>
                </c:pt>
                <c:pt idx="994">
                  <c:v>-256</c:v>
                </c:pt>
                <c:pt idx="995">
                  <c:v>-281.63</c:v>
                </c:pt>
                <c:pt idx="996">
                  <c:v>685.49</c:v>
                </c:pt>
                <c:pt idx="997">
                  <c:v>-289.57</c:v>
                </c:pt>
                <c:pt idx="998">
                  <c:v>-267.89</c:v>
                </c:pt>
                <c:pt idx="999">
                  <c:v>344.3</c:v>
                </c:pt>
              </c:numCache>
            </c:numRef>
          </c:val>
          <c:extLst>
            <c:ext xmlns:c16="http://schemas.microsoft.com/office/drawing/2014/chart" uri="{C3380CC4-5D6E-409C-BE32-E72D297353CC}">
              <c16:uniqueId val="{00000001-043A-4AA9-A872-0E1CA141BDC6}"/>
            </c:ext>
          </c:extLst>
        </c:ser>
        <c:dLbls>
          <c:showLegendKey val="0"/>
          <c:showVal val="0"/>
          <c:showCatName val="0"/>
          <c:showSerName val="0"/>
          <c:showPercent val="0"/>
          <c:showBubbleSize val="0"/>
        </c:dLbls>
        <c:gapWidth val="219"/>
        <c:overlap val="-27"/>
        <c:axId val="809166943"/>
        <c:axId val="813489519"/>
      </c:barChart>
      <c:catAx>
        <c:axId val="80916694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13489519"/>
        <c:crosses val="autoZero"/>
        <c:auto val="1"/>
        <c:lblAlgn val="ctr"/>
        <c:lblOffset val="100"/>
        <c:noMultiLvlLbl val="0"/>
      </c:catAx>
      <c:valAx>
        <c:axId val="81348951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0916694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 file_task6.csv]Sheet1!PivotTable27</c:name>
    <c:fmtId val="15"/>
  </c:pivotSource>
  <c:chart>
    <c:title>
      <c:tx>
        <c:rich>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r>
              <a:rPr lang="en-IN" sz="1400" b="1" i="0" u="none" strike="noStrike" cap="none" baseline="0"/>
              <a:t>Sales Distribution by Gender</a:t>
            </a:r>
            <a:endParaRPr lang="en-IN"/>
          </a:p>
        </c:rich>
      </c:tx>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IN"/>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Sheet1!$B$3:$B$4</c:f>
              <c:strCache>
                <c:ptCount val="1"/>
                <c:pt idx="0">
                  <c:v>Female</c:v>
                </c:pt>
              </c:strCache>
            </c:strRef>
          </c:tx>
          <c:spPr>
            <a:ln w="22225" cap="rnd">
              <a:solidFill>
                <a:schemeClr val="accent1"/>
              </a:solidFill>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cat>
            <c:strRef>
              <c:f>Sheet1!$A$5:$A$17</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Sheet1!$B$5:$B$17</c:f>
              <c:numCache>
                <c:formatCode>0.00%</c:formatCode>
                <c:ptCount val="12"/>
                <c:pt idx="0">
                  <c:v>0.50396724588930286</c:v>
                </c:pt>
                <c:pt idx="1">
                  <c:v>0.61310858648460487</c:v>
                </c:pt>
                <c:pt idx="2">
                  <c:v>0.41930219211881908</c:v>
                </c:pt>
                <c:pt idx="3">
                  <c:v>0.69002956910537427</c:v>
                </c:pt>
                <c:pt idx="4">
                  <c:v>0.71817584455909156</c:v>
                </c:pt>
                <c:pt idx="5">
                  <c:v>0.34229830122666643</c:v>
                </c:pt>
                <c:pt idx="6">
                  <c:v>0.46161718570663401</c:v>
                </c:pt>
                <c:pt idx="7">
                  <c:v>0.72538059713650549</c:v>
                </c:pt>
                <c:pt idx="8">
                  <c:v>0.46592209935441131</c:v>
                </c:pt>
                <c:pt idx="9">
                  <c:v>0.55073693386854805</c:v>
                </c:pt>
                <c:pt idx="10">
                  <c:v>0.58163285463129411</c:v>
                </c:pt>
                <c:pt idx="11">
                  <c:v>0.37982093025216462</c:v>
                </c:pt>
              </c:numCache>
            </c:numRef>
          </c:val>
          <c:smooth val="0"/>
          <c:extLst>
            <c:ext xmlns:c16="http://schemas.microsoft.com/office/drawing/2014/chart" uri="{C3380CC4-5D6E-409C-BE32-E72D297353CC}">
              <c16:uniqueId val="{00000000-F691-41E5-A83B-1D8427034F76}"/>
            </c:ext>
          </c:extLst>
        </c:ser>
        <c:ser>
          <c:idx val="1"/>
          <c:order val="1"/>
          <c:tx>
            <c:strRef>
              <c:f>Sheet1!$C$3:$C$4</c:f>
              <c:strCache>
                <c:ptCount val="1"/>
                <c:pt idx="0">
                  <c:v>Male</c:v>
                </c:pt>
              </c:strCache>
            </c:strRef>
          </c:tx>
          <c:spPr>
            <a:ln w="22225" cap="rnd">
              <a:solidFill>
                <a:schemeClr val="accent2"/>
              </a:solidFill>
            </a:ln>
            <a:effectLst>
              <a:glow rad="139700">
                <a:schemeClr val="accent2">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cat>
            <c:strRef>
              <c:f>Sheet1!$A$5:$A$17</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Sheet1!$C$5:$C$17</c:f>
              <c:numCache>
                <c:formatCode>0.00%</c:formatCode>
                <c:ptCount val="12"/>
                <c:pt idx="0">
                  <c:v>0.49603275411069703</c:v>
                </c:pt>
                <c:pt idx="1">
                  <c:v>0.38689141351539519</c:v>
                </c:pt>
                <c:pt idx="2">
                  <c:v>0.58069780788118097</c:v>
                </c:pt>
                <c:pt idx="3">
                  <c:v>0.30997043089462567</c:v>
                </c:pt>
                <c:pt idx="4">
                  <c:v>0.28182415544090844</c:v>
                </c:pt>
                <c:pt idx="5">
                  <c:v>0.65770169877333351</c:v>
                </c:pt>
                <c:pt idx="6">
                  <c:v>0.53838281429336587</c:v>
                </c:pt>
                <c:pt idx="7">
                  <c:v>0.27461940286349457</c:v>
                </c:pt>
                <c:pt idx="8">
                  <c:v>0.53407790064558869</c:v>
                </c:pt>
                <c:pt idx="9">
                  <c:v>0.44926306613145189</c:v>
                </c:pt>
                <c:pt idx="10">
                  <c:v>0.41836714536870601</c:v>
                </c:pt>
                <c:pt idx="11">
                  <c:v>0.62017906974783543</c:v>
                </c:pt>
              </c:numCache>
            </c:numRef>
          </c:val>
          <c:smooth val="0"/>
          <c:extLst>
            <c:ext xmlns:c16="http://schemas.microsoft.com/office/drawing/2014/chart" uri="{C3380CC4-5D6E-409C-BE32-E72D297353CC}">
              <c16:uniqueId val="{00000001-F691-41E5-A83B-1D8427034F76}"/>
            </c:ext>
          </c:extLst>
        </c:ser>
        <c:dLbls>
          <c:showLegendKey val="0"/>
          <c:showVal val="0"/>
          <c:showCatName val="0"/>
          <c:showSerName val="0"/>
          <c:showPercent val="0"/>
          <c:showBubbleSize val="0"/>
        </c:dLbls>
        <c:marker val="1"/>
        <c:smooth val="0"/>
        <c:axId val="813459759"/>
        <c:axId val="813464559"/>
      </c:lineChart>
      <c:catAx>
        <c:axId val="813459759"/>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813464559"/>
        <c:crosses val="autoZero"/>
        <c:auto val="1"/>
        <c:lblAlgn val="ctr"/>
        <c:lblOffset val="100"/>
        <c:noMultiLvlLbl val="0"/>
      </c:catAx>
      <c:valAx>
        <c:axId val="813464559"/>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81345975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 file_task7.csv]Sheet1!PivotTable1</c:name>
    <c:fmtId val="13"/>
  </c:pivotSource>
  <c:chart>
    <c:autoTitleDeleted val="0"/>
    <c:pivotFmts>
      <c:pivotFmt>
        <c:idx val="0"/>
        <c:spPr>
          <a:solidFill>
            <a:schemeClr val="accent1"/>
          </a:solidFill>
          <a:ln>
            <a:noFill/>
          </a:ln>
          <a:effectLst/>
        </c:spPr>
        <c:marker>
          <c:symbol val="diamond"/>
          <c:size val="6"/>
          <c:spPr>
            <a:solidFill>
              <a:schemeClr val="accent1"/>
            </a:solidFill>
            <a:ln w="9525">
              <a:solidFill>
                <a:schemeClr val="accent1"/>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square"/>
          <c:size val="6"/>
          <c:spPr>
            <a:solidFill>
              <a:schemeClr val="accent2"/>
            </a:solidFill>
            <a:ln w="9525">
              <a:solidFill>
                <a:schemeClr val="accent2"/>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Sheet1!$B$3:$B$4</c:f>
              <c:strCache>
                <c:ptCount val="1"/>
                <c:pt idx="0">
                  <c:v>Member</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Sheet1!$A$5:$A$10</c:f>
              <c:strCache>
                <c:ptCount val="6"/>
                <c:pt idx="0">
                  <c:v>Electronic accessories</c:v>
                </c:pt>
                <c:pt idx="1">
                  <c:v>Fashion accessories</c:v>
                </c:pt>
                <c:pt idx="2">
                  <c:v>Food and beverages</c:v>
                </c:pt>
                <c:pt idx="3">
                  <c:v>Health and beauty</c:v>
                </c:pt>
                <c:pt idx="4">
                  <c:v>Home and lifestyle</c:v>
                </c:pt>
                <c:pt idx="5">
                  <c:v>Sports and travel</c:v>
                </c:pt>
              </c:strCache>
            </c:strRef>
          </c:cat>
          <c:val>
            <c:numRef>
              <c:f>Sheet1!$B$5:$B$10</c:f>
              <c:numCache>
                <c:formatCode>0.00%</c:formatCode>
                <c:ptCount val="6"/>
                <c:pt idx="0">
                  <c:v>0.45882352941176469</c:v>
                </c:pt>
                <c:pt idx="1">
                  <c:v>0.48314606741573035</c:v>
                </c:pt>
                <c:pt idx="2">
                  <c:v>0.54022988505747127</c:v>
                </c:pt>
                <c:pt idx="3">
                  <c:v>0.48026315789473684</c:v>
                </c:pt>
                <c:pt idx="4">
                  <c:v>0.51875000000000004</c:v>
                </c:pt>
                <c:pt idx="5">
                  <c:v>0.52409638554216864</c:v>
                </c:pt>
              </c:numCache>
            </c:numRef>
          </c:val>
          <c:extLst>
            <c:ext xmlns:c16="http://schemas.microsoft.com/office/drawing/2014/chart" uri="{C3380CC4-5D6E-409C-BE32-E72D297353CC}">
              <c16:uniqueId val="{00000000-59B8-451F-9C60-D15B281E34CE}"/>
            </c:ext>
          </c:extLst>
        </c:ser>
        <c:ser>
          <c:idx val="1"/>
          <c:order val="1"/>
          <c:tx>
            <c:strRef>
              <c:f>Sheet1!$C$3:$C$4</c:f>
              <c:strCache>
                <c:ptCount val="1"/>
                <c:pt idx="0">
                  <c:v>Normal</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Sheet1!$A$5:$A$10</c:f>
              <c:strCache>
                <c:ptCount val="6"/>
                <c:pt idx="0">
                  <c:v>Electronic accessories</c:v>
                </c:pt>
                <c:pt idx="1">
                  <c:v>Fashion accessories</c:v>
                </c:pt>
                <c:pt idx="2">
                  <c:v>Food and beverages</c:v>
                </c:pt>
                <c:pt idx="3">
                  <c:v>Health and beauty</c:v>
                </c:pt>
                <c:pt idx="4">
                  <c:v>Home and lifestyle</c:v>
                </c:pt>
                <c:pt idx="5">
                  <c:v>Sports and travel</c:v>
                </c:pt>
              </c:strCache>
            </c:strRef>
          </c:cat>
          <c:val>
            <c:numRef>
              <c:f>Sheet1!$C$5:$C$10</c:f>
              <c:numCache>
                <c:formatCode>0.00%</c:formatCode>
                <c:ptCount val="6"/>
                <c:pt idx="0">
                  <c:v>0.54117647058823526</c:v>
                </c:pt>
                <c:pt idx="1">
                  <c:v>0.5168539325842697</c:v>
                </c:pt>
                <c:pt idx="2">
                  <c:v>0.45977011494252873</c:v>
                </c:pt>
                <c:pt idx="3">
                  <c:v>0.51973684210526316</c:v>
                </c:pt>
                <c:pt idx="4">
                  <c:v>0.48125000000000001</c:v>
                </c:pt>
                <c:pt idx="5">
                  <c:v>0.4759036144578313</c:v>
                </c:pt>
              </c:numCache>
            </c:numRef>
          </c:val>
          <c:extLst>
            <c:ext xmlns:c16="http://schemas.microsoft.com/office/drawing/2014/chart" uri="{C3380CC4-5D6E-409C-BE32-E72D297353CC}">
              <c16:uniqueId val="{00000001-59B8-451F-9C60-D15B281E34CE}"/>
            </c:ext>
          </c:extLst>
        </c:ser>
        <c:dLbls>
          <c:dLblPos val="outEnd"/>
          <c:showLegendKey val="0"/>
          <c:showVal val="1"/>
          <c:showCatName val="0"/>
          <c:showSerName val="0"/>
          <c:showPercent val="0"/>
          <c:showBubbleSize val="0"/>
        </c:dLbls>
        <c:gapWidth val="444"/>
        <c:overlap val="-90"/>
        <c:axId val="1424948479"/>
        <c:axId val="1424957599"/>
      </c:barChart>
      <c:catAx>
        <c:axId val="142494847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1424957599"/>
        <c:crosses val="autoZero"/>
        <c:auto val="1"/>
        <c:lblAlgn val="ctr"/>
        <c:lblOffset val="100"/>
        <c:noMultiLvlLbl val="0"/>
      </c:catAx>
      <c:valAx>
        <c:axId val="1424957599"/>
        <c:scaling>
          <c:orientation val="minMax"/>
        </c:scaling>
        <c:delete val="1"/>
        <c:axPos val="l"/>
        <c:numFmt formatCode="0.00%" sourceLinked="1"/>
        <c:majorTickMark val="none"/>
        <c:minorTickMark val="none"/>
        <c:tickLblPos val="nextTo"/>
        <c:crossAx val="1424948479"/>
        <c:crosses val="autoZero"/>
        <c:crossBetween val="between"/>
      </c:valAx>
      <c:dTable>
        <c:showHorzBorder val="1"/>
        <c:showVertBorder val="1"/>
        <c:showOutline val="1"/>
        <c:showKeys val="1"/>
        <c:spPr>
          <a:noFill/>
          <a:ln w="9525">
            <a:solidFill>
              <a:schemeClr val="tx1">
                <a:lumMod val="15000"/>
                <a:lumOff val="85000"/>
              </a:schemeClr>
            </a:solidFill>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16E69-3B4A-43E1-94FC-F9BA880D9F71}" type="datetimeFigureOut">
              <a:rPr lang="en-IN" smtClean="0"/>
              <a:t>30-05-2025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E5DB70-D453-4415-AA21-9BB8685D3A48}" type="slidenum">
              <a:rPr lang="en-IN" smtClean="0"/>
              <a:t>‹#›</a:t>
            </a:fld>
            <a:endParaRPr lang="en-IN"/>
          </a:p>
        </p:txBody>
      </p:sp>
    </p:spTree>
    <p:extLst>
      <p:ext uri="{BB962C8B-B14F-4D97-AF65-F5344CB8AC3E}">
        <p14:creationId xmlns:p14="http://schemas.microsoft.com/office/powerpoint/2010/main" val="1150738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9E5DB70-D453-4415-AA21-9BB8685D3A48}" type="slidenum">
              <a:rPr lang="en-IN" smtClean="0"/>
              <a:t>1</a:t>
            </a:fld>
            <a:endParaRPr lang="en-IN"/>
          </a:p>
        </p:txBody>
      </p:sp>
    </p:spTree>
    <p:extLst>
      <p:ext uri="{BB962C8B-B14F-4D97-AF65-F5344CB8AC3E}">
        <p14:creationId xmlns:p14="http://schemas.microsoft.com/office/powerpoint/2010/main" val="8150471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66FC6F0E-2CE9-4B3C-910D-AF5B7579899E}" type="datetimeFigureOut">
              <a:rPr lang="en-IN" smtClean="0"/>
              <a:t>30-05-2025</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4149047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FC6F0E-2CE9-4B3C-910D-AF5B7579899E}" type="datetimeFigureOut">
              <a:rPr lang="en-IN" smtClean="0"/>
              <a:t>30-05-2025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1020642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FC6F0E-2CE9-4B3C-910D-AF5B7579899E}" type="datetimeFigureOut">
              <a:rPr lang="en-IN" smtClean="0"/>
              <a:t>30-05-2025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4210125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FC6F0E-2CE9-4B3C-910D-AF5B7579899E}" type="datetimeFigureOut">
              <a:rPr lang="en-IN" smtClean="0"/>
              <a:t>30-05-2025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1513906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FC6F0E-2CE9-4B3C-910D-AF5B7579899E}" type="datetimeFigureOut">
              <a:rPr lang="en-IN" smtClean="0"/>
              <a:t>30-05-2025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2939432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FC6F0E-2CE9-4B3C-910D-AF5B7579899E}" type="datetimeFigureOut">
              <a:rPr lang="en-IN" smtClean="0"/>
              <a:t>30-05-2025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2926849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FC6F0E-2CE9-4B3C-910D-AF5B7579899E}" type="datetimeFigureOut">
              <a:rPr lang="en-IN" smtClean="0"/>
              <a:t>30-05-2025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3723912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FC6F0E-2CE9-4B3C-910D-AF5B7579899E}" type="datetimeFigureOut">
              <a:rPr lang="en-IN" smtClean="0"/>
              <a:t>30-05-2025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3370987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FC6F0E-2CE9-4B3C-910D-AF5B7579899E}" type="datetimeFigureOut">
              <a:rPr lang="en-IN" smtClean="0"/>
              <a:t>30-05-2025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1457884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FC6F0E-2CE9-4B3C-910D-AF5B7579899E}" type="datetimeFigureOut">
              <a:rPr lang="en-IN" smtClean="0"/>
              <a:t>30-05-2025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125556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FC6F0E-2CE9-4B3C-910D-AF5B7579899E}" type="datetimeFigureOut">
              <a:rPr lang="en-IN" smtClean="0"/>
              <a:t>30-05-2025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1419268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FC6F0E-2CE9-4B3C-910D-AF5B7579899E}" type="datetimeFigureOut">
              <a:rPr lang="en-IN" smtClean="0"/>
              <a:t>30-05-2025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ADAFB24-977C-4FC8-9D2F-7838FF447999}"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049737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FC6F0E-2CE9-4B3C-910D-AF5B7579899E}" type="datetimeFigureOut">
              <a:rPr lang="en-IN" smtClean="0"/>
              <a:t>30-05-2025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789872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6FC6F0E-2CE9-4B3C-910D-AF5B7579899E}" type="datetimeFigureOut">
              <a:rPr lang="en-IN" smtClean="0"/>
              <a:t>30-05-2025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19883574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6FC6F0E-2CE9-4B3C-910D-AF5B7579899E}" type="datetimeFigureOut">
              <a:rPr lang="en-IN" smtClean="0"/>
              <a:t>30-05-2025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27742513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FC6F0E-2CE9-4B3C-910D-AF5B7579899E}" type="datetimeFigureOut">
              <a:rPr lang="en-IN" smtClean="0"/>
              <a:t>30-05-2025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35147812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FC6F0E-2CE9-4B3C-910D-AF5B7579899E}" type="datetimeFigureOut">
              <a:rPr lang="en-IN" smtClean="0"/>
              <a:t>30-05-2025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17869457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62DE7-A380-CD48-34C2-22AE08D7B3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16871D8-049D-1D17-2CA0-38C908555F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2D06764-D8F2-491A-F620-2EF79E14802B}"/>
              </a:ext>
            </a:extLst>
          </p:cNvPr>
          <p:cNvSpPr>
            <a:spLocks noGrp="1"/>
          </p:cNvSpPr>
          <p:nvPr>
            <p:ph type="dt" sz="half" idx="10"/>
          </p:nvPr>
        </p:nvSpPr>
        <p:spPr/>
        <p:txBody>
          <a:bodyPr/>
          <a:lstStyle/>
          <a:p>
            <a:fld id="{66FC6F0E-2CE9-4B3C-910D-AF5B7579899E}" type="datetimeFigureOut">
              <a:rPr lang="en-IN" smtClean="0"/>
              <a:t>30-05-2025</a:t>
            </a:fld>
            <a:endParaRPr lang="en-IN"/>
          </a:p>
        </p:txBody>
      </p:sp>
      <p:sp>
        <p:nvSpPr>
          <p:cNvPr id="5" name="Footer Placeholder 4">
            <a:extLst>
              <a:ext uri="{FF2B5EF4-FFF2-40B4-BE49-F238E27FC236}">
                <a16:creationId xmlns:a16="http://schemas.microsoft.com/office/drawing/2014/main" id="{51D6FC06-AB03-D488-7CA3-42BB8F04F9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628612-B4ED-9A13-8E62-2852260926A1}"/>
              </a:ext>
            </a:extLst>
          </p:cNvPr>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36752463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BAED1-6E7D-43E3-98E1-D064B98D67D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C05A2C-165D-1C2C-4BBC-B5D4F8CBD9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AD5ADA-F74C-DDEC-3326-774676D8A581}"/>
              </a:ext>
            </a:extLst>
          </p:cNvPr>
          <p:cNvSpPr>
            <a:spLocks noGrp="1"/>
          </p:cNvSpPr>
          <p:nvPr>
            <p:ph type="dt" sz="half" idx="10"/>
          </p:nvPr>
        </p:nvSpPr>
        <p:spPr/>
        <p:txBody>
          <a:bodyPr/>
          <a:lstStyle/>
          <a:p>
            <a:fld id="{66FC6F0E-2CE9-4B3C-910D-AF5B7579899E}" type="datetimeFigureOut">
              <a:rPr lang="en-IN" smtClean="0"/>
              <a:t>30-05-2025</a:t>
            </a:fld>
            <a:endParaRPr lang="en-IN"/>
          </a:p>
        </p:txBody>
      </p:sp>
      <p:sp>
        <p:nvSpPr>
          <p:cNvPr id="5" name="Footer Placeholder 4">
            <a:extLst>
              <a:ext uri="{FF2B5EF4-FFF2-40B4-BE49-F238E27FC236}">
                <a16:creationId xmlns:a16="http://schemas.microsoft.com/office/drawing/2014/main" id="{F7AA6B6E-E22B-3E0B-E6F1-5A45DBF19A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1548A0-E516-6DBF-65DA-B765F99B838A}"/>
              </a:ext>
            </a:extLst>
          </p:cNvPr>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40126408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C3F37-1F52-D27C-63B1-947B6FDE31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C52C046-708D-2EC8-2DCB-30AEEE51AC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7BF56B-4964-7D88-AF00-5DF571D3E5C6}"/>
              </a:ext>
            </a:extLst>
          </p:cNvPr>
          <p:cNvSpPr>
            <a:spLocks noGrp="1"/>
          </p:cNvSpPr>
          <p:nvPr>
            <p:ph type="dt" sz="half" idx="10"/>
          </p:nvPr>
        </p:nvSpPr>
        <p:spPr/>
        <p:txBody>
          <a:bodyPr/>
          <a:lstStyle/>
          <a:p>
            <a:fld id="{66FC6F0E-2CE9-4B3C-910D-AF5B7579899E}" type="datetimeFigureOut">
              <a:rPr lang="en-IN" smtClean="0"/>
              <a:t>30-05-2025</a:t>
            </a:fld>
            <a:endParaRPr lang="en-IN"/>
          </a:p>
        </p:txBody>
      </p:sp>
      <p:sp>
        <p:nvSpPr>
          <p:cNvPr id="5" name="Footer Placeholder 4">
            <a:extLst>
              <a:ext uri="{FF2B5EF4-FFF2-40B4-BE49-F238E27FC236}">
                <a16:creationId xmlns:a16="http://schemas.microsoft.com/office/drawing/2014/main" id="{39556F26-BB2D-AA41-A075-BD83EAB37F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EF45BB-68EE-277A-3CF1-D8F95609DCD6}"/>
              </a:ext>
            </a:extLst>
          </p:cNvPr>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40131916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841DD-C3C6-49E8-C869-4B6FD73D66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34F113-99A7-9940-7B1C-B15786E0D0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20197A6-0ED7-C7D5-3E5D-253E7C4B01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CB6E84-E9AE-9311-BEB4-441A34BEFF69}"/>
              </a:ext>
            </a:extLst>
          </p:cNvPr>
          <p:cNvSpPr>
            <a:spLocks noGrp="1"/>
          </p:cNvSpPr>
          <p:nvPr>
            <p:ph type="dt" sz="half" idx="10"/>
          </p:nvPr>
        </p:nvSpPr>
        <p:spPr/>
        <p:txBody>
          <a:bodyPr/>
          <a:lstStyle/>
          <a:p>
            <a:fld id="{66FC6F0E-2CE9-4B3C-910D-AF5B7579899E}" type="datetimeFigureOut">
              <a:rPr lang="en-IN" smtClean="0"/>
              <a:t>30-05-2025</a:t>
            </a:fld>
            <a:endParaRPr lang="en-IN"/>
          </a:p>
        </p:txBody>
      </p:sp>
      <p:sp>
        <p:nvSpPr>
          <p:cNvPr id="6" name="Footer Placeholder 5">
            <a:extLst>
              <a:ext uri="{FF2B5EF4-FFF2-40B4-BE49-F238E27FC236}">
                <a16:creationId xmlns:a16="http://schemas.microsoft.com/office/drawing/2014/main" id="{BFF26858-7EB9-3316-8963-5870C5A70B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EEB91C-6C99-871C-E493-B82C11AA1D3D}"/>
              </a:ext>
            </a:extLst>
          </p:cNvPr>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35766812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0531B-356F-3744-260A-B2B7D1E2E59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E56DF93-7ECA-633B-E83A-A923E5E1F3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33E7C8-F864-F71F-4C65-79274395F2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83C9714-5437-74DD-6486-1583E3F93A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EE6C61-6691-DE7C-0754-A777CE5F56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AA16BA2-CEE1-3367-F30E-40C7CBBEF067}"/>
              </a:ext>
            </a:extLst>
          </p:cNvPr>
          <p:cNvSpPr>
            <a:spLocks noGrp="1"/>
          </p:cNvSpPr>
          <p:nvPr>
            <p:ph type="dt" sz="half" idx="10"/>
          </p:nvPr>
        </p:nvSpPr>
        <p:spPr/>
        <p:txBody>
          <a:bodyPr/>
          <a:lstStyle/>
          <a:p>
            <a:fld id="{66FC6F0E-2CE9-4B3C-910D-AF5B7579899E}" type="datetimeFigureOut">
              <a:rPr lang="en-IN" smtClean="0"/>
              <a:t>30-05-2025</a:t>
            </a:fld>
            <a:endParaRPr lang="en-IN"/>
          </a:p>
        </p:txBody>
      </p:sp>
      <p:sp>
        <p:nvSpPr>
          <p:cNvPr id="8" name="Footer Placeholder 7">
            <a:extLst>
              <a:ext uri="{FF2B5EF4-FFF2-40B4-BE49-F238E27FC236}">
                <a16:creationId xmlns:a16="http://schemas.microsoft.com/office/drawing/2014/main" id="{FCBB0142-1ECF-4A5D-0BB7-2E9327D97BD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B59C5E9-BAA6-F487-26A8-3F237EED633F}"/>
              </a:ext>
            </a:extLst>
          </p:cNvPr>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39731800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D8BF3-FBF6-A106-D88A-74EBC698EA4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B3770C4-8C48-6FE3-189D-5A856CF14F9E}"/>
              </a:ext>
            </a:extLst>
          </p:cNvPr>
          <p:cNvSpPr>
            <a:spLocks noGrp="1"/>
          </p:cNvSpPr>
          <p:nvPr>
            <p:ph type="dt" sz="half" idx="10"/>
          </p:nvPr>
        </p:nvSpPr>
        <p:spPr/>
        <p:txBody>
          <a:bodyPr/>
          <a:lstStyle/>
          <a:p>
            <a:fld id="{66FC6F0E-2CE9-4B3C-910D-AF5B7579899E}" type="datetimeFigureOut">
              <a:rPr lang="en-IN" smtClean="0"/>
              <a:t>30-05-2025</a:t>
            </a:fld>
            <a:endParaRPr lang="en-IN"/>
          </a:p>
        </p:txBody>
      </p:sp>
      <p:sp>
        <p:nvSpPr>
          <p:cNvPr id="4" name="Footer Placeholder 3">
            <a:extLst>
              <a:ext uri="{FF2B5EF4-FFF2-40B4-BE49-F238E27FC236}">
                <a16:creationId xmlns:a16="http://schemas.microsoft.com/office/drawing/2014/main" id="{3B0405D6-E640-840F-980D-9F34F728184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ACA93D3-10E0-C905-9D05-812C811E0755}"/>
              </a:ext>
            </a:extLst>
          </p:cNvPr>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17569289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500503-50E8-AA0E-F4E3-8C4AFF204020}"/>
              </a:ext>
            </a:extLst>
          </p:cNvPr>
          <p:cNvSpPr>
            <a:spLocks noGrp="1"/>
          </p:cNvSpPr>
          <p:nvPr>
            <p:ph type="dt" sz="half" idx="10"/>
          </p:nvPr>
        </p:nvSpPr>
        <p:spPr/>
        <p:txBody>
          <a:bodyPr/>
          <a:lstStyle/>
          <a:p>
            <a:fld id="{66FC6F0E-2CE9-4B3C-910D-AF5B7579899E}" type="datetimeFigureOut">
              <a:rPr lang="en-IN" smtClean="0"/>
              <a:t>30-05-2025</a:t>
            </a:fld>
            <a:endParaRPr lang="en-IN"/>
          </a:p>
        </p:txBody>
      </p:sp>
      <p:sp>
        <p:nvSpPr>
          <p:cNvPr id="3" name="Footer Placeholder 2">
            <a:extLst>
              <a:ext uri="{FF2B5EF4-FFF2-40B4-BE49-F238E27FC236}">
                <a16:creationId xmlns:a16="http://schemas.microsoft.com/office/drawing/2014/main" id="{90DC0800-E324-9845-B9D5-635BF9EFAFE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EE7127B-0983-2437-F970-6AD00BD4219F}"/>
              </a:ext>
            </a:extLst>
          </p:cNvPr>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36272439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9F08B-6ABD-2918-9992-F2F9119404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E0EDBDF-DF1D-7776-7553-A00C3689F7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0739839-BA14-0186-0F58-B2B53F5EBF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5D9563-D904-2D55-D107-4B7DF7AFE686}"/>
              </a:ext>
            </a:extLst>
          </p:cNvPr>
          <p:cNvSpPr>
            <a:spLocks noGrp="1"/>
          </p:cNvSpPr>
          <p:nvPr>
            <p:ph type="dt" sz="half" idx="10"/>
          </p:nvPr>
        </p:nvSpPr>
        <p:spPr/>
        <p:txBody>
          <a:bodyPr/>
          <a:lstStyle/>
          <a:p>
            <a:fld id="{66FC6F0E-2CE9-4B3C-910D-AF5B7579899E}" type="datetimeFigureOut">
              <a:rPr lang="en-IN" smtClean="0"/>
              <a:t>30-05-2025</a:t>
            </a:fld>
            <a:endParaRPr lang="en-IN"/>
          </a:p>
        </p:txBody>
      </p:sp>
      <p:sp>
        <p:nvSpPr>
          <p:cNvPr id="6" name="Footer Placeholder 5">
            <a:extLst>
              <a:ext uri="{FF2B5EF4-FFF2-40B4-BE49-F238E27FC236}">
                <a16:creationId xmlns:a16="http://schemas.microsoft.com/office/drawing/2014/main" id="{48536311-E5FC-351A-9F05-5D98ABF43F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152188-EFA0-334A-416C-A15E329BD06A}"/>
              </a:ext>
            </a:extLst>
          </p:cNvPr>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23696167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F55CD-0350-5245-9496-665B704F3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BD15C9F-6EBE-85EC-BBF6-7CBB671F89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E1CBE4A-5BAB-5CC5-FA5C-B4C51E5897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29A0F2-DD4F-540A-4612-55B34699AE23}"/>
              </a:ext>
            </a:extLst>
          </p:cNvPr>
          <p:cNvSpPr>
            <a:spLocks noGrp="1"/>
          </p:cNvSpPr>
          <p:nvPr>
            <p:ph type="dt" sz="half" idx="10"/>
          </p:nvPr>
        </p:nvSpPr>
        <p:spPr/>
        <p:txBody>
          <a:bodyPr/>
          <a:lstStyle/>
          <a:p>
            <a:fld id="{66FC6F0E-2CE9-4B3C-910D-AF5B7579899E}" type="datetimeFigureOut">
              <a:rPr lang="en-IN" smtClean="0"/>
              <a:t>30-05-2025</a:t>
            </a:fld>
            <a:endParaRPr lang="en-IN"/>
          </a:p>
        </p:txBody>
      </p:sp>
      <p:sp>
        <p:nvSpPr>
          <p:cNvPr id="6" name="Footer Placeholder 5">
            <a:extLst>
              <a:ext uri="{FF2B5EF4-FFF2-40B4-BE49-F238E27FC236}">
                <a16:creationId xmlns:a16="http://schemas.microsoft.com/office/drawing/2014/main" id="{CCEE1A82-DA02-EC87-C1E3-02F4B8E4080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D1FDCB-8499-8930-25C6-A35644C3ADE9}"/>
              </a:ext>
            </a:extLst>
          </p:cNvPr>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30520845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AB646-9A80-3958-5754-1811B9BE2D0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AC378FF-473A-45A9-95F2-0EA9CCD15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8CA6B0-2346-B39D-8738-59E38E1AE9FE}"/>
              </a:ext>
            </a:extLst>
          </p:cNvPr>
          <p:cNvSpPr>
            <a:spLocks noGrp="1"/>
          </p:cNvSpPr>
          <p:nvPr>
            <p:ph type="dt" sz="half" idx="10"/>
          </p:nvPr>
        </p:nvSpPr>
        <p:spPr/>
        <p:txBody>
          <a:bodyPr/>
          <a:lstStyle/>
          <a:p>
            <a:fld id="{66FC6F0E-2CE9-4B3C-910D-AF5B7579899E}" type="datetimeFigureOut">
              <a:rPr lang="en-IN" smtClean="0"/>
              <a:t>30-05-2025</a:t>
            </a:fld>
            <a:endParaRPr lang="en-IN"/>
          </a:p>
        </p:txBody>
      </p:sp>
      <p:sp>
        <p:nvSpPr>
          <p:cNvPr id="5" name="Footer Placeholder 4">
            <a:extLst>
              <a:ext uri="{FF2B5EF4-FFF2-40B4-BE49-F238E27FC236}">
                <a16:creationId xmlns:a16="http://schemas.microsoft.com/office/drawing/2014/main" id="{0672C5AC-400E-AB12-4EA3-DB76C130EC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A0C257-B05D-0E8F-83F8-F20EF2BB23C0}"/>
              </a:ext>
            </a:extLst>
          </p:cNvPr>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3048058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AAA885-B286-29B2-0540-D2B963F27E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ADB10C-0749-B510-306A-60412660D6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709E37-13C4-6EE2-589D-22517B6C7838}"/>
              </a:ext>
            </a:extLst>
          </p:cNvPr>
          <p:cNvSpPr>
            <a:spLocks noGrp="1"/>
          </p:cNvSpPr>
          <p:nvPr>
            <p:ph type="dt" sz="half" idx="10"/>
          </p:nvPr>
        </p:nvSpPr>
        <p:spPr/>
        <p:txBody>
          <a:bodyPr/>
          <a:lstStyle/>
          <a:p>
            <a:fld id="{66FC6F0E-2CE9-4B3C-910D-AF5B7579899E}" type="datetimeFigureOut">
              <a:rPr lang="en-IN" smtClean="0"/>
              <a:t>30-05-2025</a:t>
            </a:fld>
            <a:endParaRPr lang="en-IN"/>
          </a:p>
        </p:txBody>
      </p:sp>
      <p:sp>
        <p:nvSpPr>
          <p:cNvPr id="5" name="Footer Placeholder 4">
            <a:extLst>
              <a:ext uri="{FF2B5EF4-FFF2-40B4-BE49-F238E27FC236}">
                <a16:creationId xmlns:a16="http://schemas.microsoft.com/office/drawing/2014/main" id="{07791E9D-FF2D-E31F-297F-B43DF3715B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EA5FB9-63FA-4241-B830-0FDE952DD58E}"/>
              </a:ext>
            </a:extLst>
          </p:cNvPr>
          <p:cNvSpPr>
            <a:spLocks noGrp="1"/>
          </p:cNvSpPr>
          <p:nvPr>
            <p:ph type="sldNum" sz="quarter" idx="12"/>
          </p:nvPr>
        </p:nvSpPr>
        <p:spPr/>
        <p:txBody>
          <a:bodyPr/>
          <a:lstStyle/>
          <a:p>
            <a:fld id="{EADAFB24-977C-4FC8-9D2F-7838FF447999}" type="slidenum">
              <a:rPr lang="en-IN" smtClean="0"/>
              <a:t>‹#›</a:t>
            </a:fld>
            <a:endParaRPr lang="en-IN"/>
          </a:p>
        </p:txBody>
      </p:sp>
    </p:spTree>
    <p:extLst>
      <p:ext uri="{BB962C8B-B14F-4D97-AF65-F5344CB8AC3E}">
        <p14:creationId xmlns:p14="http://schemas.microsoft.com/office/powerpoint/2010/main" val="2252690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6FC6F0E-2CE9-4B3C-910D-AF5B7579899E}" type="datetimeFigureOut">
              <a:rPr lang="en-IN" smtClean="0"/>
              <a:t>30-05-2025</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ADAFB24-977C-4FC8-9D2F-7838FF447999}" type="slidenum">
              <a:rPr lang="en-IN" smtClean="0"/>
              <a:t>‹#›</a:t>
            </a:fld>
            <a:endParaRPr lang="en-IN"/>
          </a:p>
        </p:txBody>
      </p:sp>
    </p:spTree>
    <p:extLst>
      <p:ext uri="{BB962C8B-B14F-4D97-AF65-F5344CB8AC3E}">
        <p14:creationId xmlns:p14="http://schemas.microsoft.com/office/powerpoint/2010/main" val="3986080010"/>
      </p:ext>
    </p:extLst>
  </p:cSld>
  <p:clrMap bg1="dk1" tx1="lt1" bg2="dk2" tx2="lt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8" r:id="rId16"/>
    <p:sldLayoutId id="21474837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E21DB8-D1D8-94BA-7FC2-300E953D19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1B1B0BA-5B0C-4594-3A1D-1561E64245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FBFEA4-040D-D571-5665-004B7EA8B2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6FC6F0E-2CE9-4B3C-910D-AF5B7579899E}" type="datetimeFigureOut">
              <a:rPr lang="en-IN" smtClean="0"/>
              <a:t>30-05-2025</a:t>
            </a:fld>
            <a:endParaRPr lang="en-IN"/>
          </a:p>
        </p:txBody>
      </p:sp>
      <p:sp>
        <p:nvSpPr>
          <p:cNvPr id="5" name="Footer Placeholder 4">
            <a:extLst>
              <a:ext uri="{FF2B5EF4-FFF2-40B4-BE49-F238E27FC236}">
                <a16:creationId xmlns:a16="http://schemas.microsoft.com/office/drawing/2014/main" id="{93AADDA4-0F7F-34B1-EEF0-2B40800893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C15870D-3A75-89D6-7E88-616D05720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DAFB24-977C-4FC8-9D2F-7838FF447999}" type="slidenum">
              <a:rPr lang="en-IN" smtClean="0"/>
              <a:t>‹#›</a:t>
            </a:fld>
            <a:endParaRPr lang="en-IN"/>
          </a:p>
        </p:txBody>
      </p:sp>
    </p:spTree>
    <p:extLst>
      <p:ext uri="{BB962C8B-B14F-4D97-AF65-F5344CB8AC3E}">
        <p14:creationId xmlns:p14="http://schemas.microsoft.com/office/powerpoint/2010/main" val="1569087958"/>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hyperlink" Target="https://drive.google.com/file/d/1WUHYAXc1qr7K0ahu3r4-Rb62TmcwTITw/view?usp=sharing" TargetMode="External"/><Relationship Id="rId2" Type="http://schemas.openxmlformats.org/officeDocument/2006/relationships/hyperlink" Target="https://www.loom.com/share/ee000d2ac12446ec81134f676e03ef27?sid=c301bfe1-1ce3-4ae9-9e11-83b91faa846a" TargetMode="Externa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B0269-6272-4D16-E332-9EB3F85D1CD7}"/>
              </a:ext>
            </a:extLst>
          </p:cNvPr>
          <p:cNvSpPr>
            <a:spLocks noGrp="1"/>
          </p:cNvSpPr>
          <p:nvPr>
            <p:ph type="ctrTitle"/>
          </p:nvPr>
        </p:nvSpPr>
        <p:spPr>
          <a:xfrm>
            <a:off x="4170369" y="78651"/>
            <a:ext cx="9097069" cy="1526465"/>
          </a:xfrm>
        </p:spPr>
        <p:txBody>
          <a:bodyPr>
            <a:normAutofit/>
          </a:bodyPr>
          <a:lstStyle/>
          <a:p>
            <a:r>
              <a:rPr lang="en-IN" sz="5500" dirty="0">
                <a:solidFill>
                  <a:schemeClr val="tx2">
                    <a:lumMod val="60000"/>
                    <a:lumOff val="40000"/>
                  </a:schemeClr>
                </a:solidFill>
              </a:rPr>
              <a:t>SQL PROJECT</a:t>
            </a:r>
          </a:p>
        </p:txBody>
      </p:sp>
      <p:sp>
        <p:nvSpPr>
          <p:cNvPr id="3" name="Subtitle 2">
            <a:extLst>
              <a:ext uri="{FF2B5EF4-FFF2-40B4-BE49-F238E27FC236}">
                <a16:creationId xmlns:a16="http://schemas.microsoft.com/office/drawing/2014/main" id="{FA157C8F-3B74-954F-5037-29A3DBF348FF}"/>
              </a:ext>
            </a:extLst>
          </p:cNvPr>
          <p:cNvSpPr>
            <a:spLocks noGrp="1"/>
          </p:cNvSpPr>
          <p:nvPr>
            <p:ph type="subTitle" idx="1"/>
          </p:nvPr>
        </p:nvSpPr>
        <p:spPr>
          <a:xfrm>
            <a:off x="3500980" y="5243605"/>
            <a:ext cx="8791575" cy="865991"/>
          </a:xfrm>
        </p:spPr>
        <p:txBody>
          <a:bodyPr>
            <a:normAutofit/>
          </a:bodyPr>
          <a:lstStyle/>
          <a:p>
            <a:r>
              <a:rPr lang="en-IN" dirty="0">
                <a:latin typeface="Times New Roman" panose="02020603050405020304" pitchFamily="18" charset="0"/>
                <a:cs typeface="Times New Roman" panose="02020603050405020304" pitchFamily="18" charset="0"/>
              </a:rPr>
              <a:t>Setting up database and table</a:t>
            </a:r>
          </a:p>
          <a:p>
            <a:endParaRPr lang="en-IN" dirty="0"/>
          </a:p>
        </p:txBody>
      </p:sp>
      <p:pic>
        <p:nvPicPr>
          <p:cNvPr id="13" name="Picture 12">
            <a:extLst>
              <a:ext uri="{FF2B5EF4-FFF2-40B4-BE49-F238E27FC236}">
                <a16:creationId xmlns:a16="http://schemas.microsoft.com/office/drawing/2014/main" id="{AF3323FE-647E-3FC0-02EC-82DCCCF58F7F}"/>
              </a:ext>
            </a:extLst>
          </p:cNvPr>
          <p:cNvPicPr>
            <a:picLocks noChangeAspect="1"/>
          </p:cNvPicPr>
          <p:nvPr/>
        </p:nvPicPr>
        <p:blipFill>
          <a:blip r:embed="rId4"/>
          <a:stretch>
            <a:fillRect/>
          </a:stretch>
        </p:blipFill>
        <p:spPr>
          <a:xfrm>
            <a:off x="961314" y="2654274"/>
            <a:ext cx="2446693" cy="1998707"/>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pic>
        <p:nvPicPr>
          <p:cNvPr id="9" name="Picture 8">
            <a:extLst>
              <a:ext uri="{FF2B5EF4-FFF2-40B4-BE49-F238E27FC236}">
                <a16:creationId xmlns:a16="http://schemas.microsoft.com/office/drawing/2014/main" id="{28B6DE32-A939-2400-B218-6551ED0EA248}"/>
              </a:ext>
            </a:extLst>
          </p:cNvPr>
          <p:cNvPicPr>
            <a:picLocks noChangeAspect="1"/>
          </p:cNvPicPr>
          <p:nvPr/>
        </p:nvPicPr>
        <p:blipFill>
          <a:blip r:embed="rId5"/>
          <a:stretch>
            <a:fillRect/>
          </a:stretch>
        </p:blipFill>
        <p:spPr>
          <a:xfrm>
            <a:off x="3568874" y="2654274"/>
            <a:ext cx="2446693" cy="1272280"/>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pic>
        <p:nvPicPr>
          <p:cNvPr id="11" name="Picture 10">
            <a:extLst>
              <a:ext uri="{FF2B5EF4-FFF2-40B4-BE49-F238E27FC236}">
                <a16:creationId xmlns:a16="http://schemas.microsoft.com/office/drawing/2014/main" id="{75FA9DB2-AC8F-3C03-D759-572B65429161}"/>
              </a:ext>
            </a:extLst>
          </p:cNvPr>
          <p:cNvPicPr>
            <a:picLocks noChangeAspect="1"/>
          </p:cNvPicPr>
          <p:nvPr/>
        </p:nvPicPr>
        <p:blipFill>
          <a:blip r:embed="rId6"/>
          <a:stretch>
            <a:fillRect/>
          </a:stretch>
        </p:blipFill>
        <p:spPr>
          <a:xfrm>
            <a:off x="6272211" y="2654274"/>
            <a:ext cx="2446693" cy="1074715"/>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pic>
        <p:nvPicPr>
          <p:cNvPr id="5" name="Picture 4">
            <a:extLst>
              <a:ext uri="{FF2B5EF4-FFF2-40B4-BE49-F238E27FC236}">
                <a16:creationId xmlns:a16="http://schemas.microsoft.com/office/drawing/2014/main" id="{D74AA755-CDC8-DD3F-A7A2-6BBCB4326FD4}"/>
              </a:ext>
            </a:extLst>
          </p:cNvPr>
          <p:cNvPicPr>
            <a:picLocks noChangeAspect="1"/>
          </p:cNvPicPr>
          <p:nvPr/>
        </p:nvPicPr>
        <p:blipFill>
          <a:blip r:embed="rId7"/>
          <a:stretch>
            <a:fillRect/>
          </a:stretch>
        </p:blipFill>
        <p:spPr>
          <a:xfrm>
            <a:off x="8975548" y="2654274"/>
            <a:ext cx="2446693" cy="93585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4" name="TextBox 3">
            <a:extLst>
              <a:ext uri="{FF2B5EF4-FFF2-40B4-BE49-F238E27FC236}">
                <a16:creationId xmlns:a16="http://schemas.microsoft.com/office/drawing/2014/main" id="{A4652202-7AA8-7446-9951-E033EB2F6FFB}"/>
              </a:ext>
            </a:extLst>
          </p:cNvPr>
          <p:cNvSpPr txBox="1"/>
          <p:nvPr/>
        </p:nvSpPr>
        <p:spPr>
          <a:xfrm>
            <a:off x="3500980" y="5815457"/>
            <a:ext cx="8791574" cy="646331"/>
          </a:xfrm>
          <a:prstGeom prst="rect">
            <a:avLst/>
          </a:prstGeom>
          <a:noFill/>
        </p:spPr>
        <p:txBody>
          <a:bodyPr wrap="square" rtlCol="0">
            <a:spAutoFit/>
          </a:bodyPr>
          <a:lstStyle/>
          <a:p>
            <a:r>
              <a:rPr lang="en-IN" dirty="0">
                <a:solidFill>
                  <a:schemeClr val="tx2">
                    <a:lumMod val="60000"/>
                    <a:lumOff val="40000"/>
                  </a:schemeClr>
                </a:solidFill>
                <a:latin typeface="Times New Roman" panose="02020603050405020304" pitchFamily="18" charset="0"/>
                <a:cs typeface="Times New Roman" panose="02020603050405020304" pitchFamily="18" charset="0"/>
              </a:rPr>
              <a:t>Before performing task setting up dataset by altering table to proper data type ,renaming, modifying and setting primary key</a:t>
            </a:r>
          </a:p>
        </p:txBody>
      </p:sp>
    </p:spTree>
    <p:extLst>
      <p:ext uri="{BB962C8B-B14F-4D97-AF65-F5344CB8AC3E}">
        <p14:creationId xmlns:p14="http://schemas.microsoft.com/office/powerpoint/2010/main" val="1803917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234144-3DC2-BA5D-467B-81540BD0009A}"/>
              </a:ext>
            </a:extLst>
          </p:cNvPr>
          <p:cNvSpPr>
            <a:spLocks noGrp="1"/>
          </p:cNvSpPr>
          <p:nvPr>
            <p:ph idx="1"/>
          </p:nvPr>
        </p:nvSpPr>
        <p:spPr>
          <a:xfrm>
            <a:off x="0" y="0"/>
            <a:ext cx="1444052" cy="556331"/>
          </a:xfrm>
        </p:spPr>
        <p:txBody>
          <a:bodyPr/>
          <a:lstStyle/>
          <a:p>
            <a:pPr marL="0" indent="0">
              <a:buNone/>
            </a:pPr>
            <a:r>
              <a:rPr lang="en-IN" dirty="0"/>
              <a:t>Task 1</a:t>
            </a:r>
          </a:p>
        </p:txBody>
      </p:sp>
      <p:pic>
        <p:nvPicPr>
          <p:cNvPr id="5" name="Picture 4">
            <a:extLst>
              <a:ext uri="{FF2B5EF4-FFF2-40B4-BE49-F238E27FC236}">
                <a16:creationId xmlns:a16="http://schemas.microsoft.com/office/drawing/2014/main" id="{06796694-9018-6C36-7F56-656E405AF004}"/>
              </a:ext>
            </a:extLst>
          </p:cNvPr>
          <p:cNvPicPr>
            <a:picLocks noChangeAspect="1"/>
          </p:cNvPicPr>
          <p:nvPr/>
        </p:nvPicPr>
        <p:blipFill>
          <a:blip r:embed="rId2"/>
          <a:stretch>
            <a:fillRect/>
          </a:stretch>
        </p:blipFill>
        <p:spPr>
          <a:xfrm>
            <a:off x="123252" y="898063"/>
            <a:ext cx="3162741" cy="2819794"/>
          </a:xfrm>
          <a:prstGeom prst="rect">
            <a:avLst/>
          </a:prstGeom>
        </p:spPr>
      </p:pic>
      <p:pic>
        <p:nvPicPr>
          <p:cNvPr id="12" name="Picture 11">
            <a:extLst>
              <a:ext uri="{FF2B5EF4-FFF2-40B4-BE49-F238E27FC236}">
                <a16:creationId xmlns:a16="http://schemas.microsoft.com/office/drawing/2014/main" id="{5A646509-8261-2CD2-D180-6485985602BF}"/>
              </a:ext>
            </a:extLst>
          </p:cNvPr>
          <p:cNvPicPr>
            <a:picLocks noChangeAspect="1"/>
          </p:cNvPicPr>
          <p:nvPr/>
        </p:nvPicPr>
        <p:blipFill>
          <a:blip r:embed="rId3"/>
          <a:stretch>
            <a:fillRect/>
          </a:stretch>
        </p:blipFill>
        <p:spPr>
          <a:xfrm>
            <a:off x="0" y="3987600"/>
            <a:ext cx="12192000" cy="2264355"/>
          </a:xfrm>
          <a:prstGeom prst="rect">
            <a:avLst/>
          </a:prstGeom>
        </p:spPr>
      </p:pic>
      <p:sp>
        <p:nvSpPr>
          <p:cNvPr id="2" name="TextBox 1">
            <a:extLst>
              <a:ext uri="{FF2B5EF4-FFF2-40B4-BE49-F238E27FC236}">
                <a16:creationId xmlns:a16="http://schemas.microsoft.com/office/drawing/2014/main" id="{D24B1B91-C9B8-7434-64F7-F1EC23E5844A}"/>
              </a:ext>
            </a:extLst>
          </p:cNvPr>
          <p:cNvSpPr txBox="1"/>
          <p:nvPr/>
        </p:nvSpPr>
        <p:spPr>
          <a:xfrm>
            <a:off x="0" y="6410632"/>
            <a:ext cx="6469626"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Main SQL query and supporting SQL query screenshot</a:t>
            </a:r>
          </a:p>
        </p:txBody>
      </p:sp>
    </p:spTree>
    <p:extLst>
      <p:ext uri="{BB962C8B-B14F-4D97-AF65-F5344CB8AC3E}">
        <p14:creationId xmlns:p14="http://schemas.microsoft.com/office/powerpoint/2010/main" val="2765241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3">
            <a:extLst>
              <a:ext uri="{FF2B5EF4-FFF2-40B4-BE49-F238E27FC236}">
                <a16:creationId xmlns:a16="http://schemas.microsoft.com/office/drawing/2014/main" id="{8154238C-08F1-7A07-9EE0-6219F9D7C2A2}"/>
              </a:ext>
            </a:extLst>
          </p:cNvPr>
          <p:cNvGraphicFramePr>
            <a:graphicFrameLocks noGrp="1"/>
          </p:cNvGraphicFramePr>
          <p:nvPr>
            <p:extLst>
              <p:ext uri="{D42A27DB-BD31-4B8C-83A1-F6EECF244321}">
                <p14:modId xmlns:p14="http://schemas.microsoft.com/office/powerpoint/2010/main" val="1998262737"/>
              </p:ext>
            </p:extLst>
          </p:nvPr>
        </p:nvGraphicFramePr>
        <p:xfrm>
          <a:off x="181767" y="5860981"/>
          <a:ext cx="3644900" cy="906780"/>
        </p:xfrm>
        <a:graphic>
          <a:graphicData uri="http://schemas.openxmlformats.org/drawingml/2006/table">
            <a:tbl>
              <a:tblPr/>
              <a:tblGrid>
                <a:gridCol w="850900">
                  <a:extLst>
                    <a:ext uri="{9D8B030D-6E8A-4147-A177-3AD203B41FA5}">
                      <a16:colId xmlns:a16="http://schemas.microsoft.com/office/drawing/2014/main" val="2422216378"/>
                    </a:ext>
                  </a:extLst>
                </a:gridCol>
                <a:gridCol w="1193800">
                  <a:extLst>
                    <a:ext uri="{9D8B030D-6E8A-4147-A177-3AD203B41FA5}">
                      <a16:colId xmlns:a16="http://schemas.microsoft.com/office/drawing/2014/main" val="1510818823"/>
                    </a:ext>
                  </a:extLst>
                </a:gridCol>
                <a:gridCol w="1600200">
                  <a:extLst>
                    <a:ext uri="{9D8B030D-6E8A-4147-A177-3AD203B41FA5}">
                      <a16:colId xmlns:a16="http://schemas.microsoft.com/office/drawing/2014/main" val="4223977138"/>
                    </a:ext>
                  </a:extLst>
                </a:gridCol>
              </a:tblGrid>
              <a:tr h="182880">
                <a:tc>
                  <a:txBody>
                    <a:bodyPr/>
                    <a:lstStyle/>
                    <a:p>
                      <a:pPr algn="l" fontAlgn="b"/>
                      <a:r>
                        <a:rPr lang="en-IN" sz="1100" b="1" i="0" u="none" strike="noStrike" dirty="0">
                          <a:solidFill>
                            <a:srgbClr val="000000"/>
                          </a:solidFill>
                          <a:effectLst/>
                          <a:latin typeface="Aptos Narrow" panose="020B0004020202020204" pitchFamily="34" charset="0"/>
                        </a:rPr>
                        <a:t>Row Labels</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1100" b="1" i="0" u="none" strike="noStrike" dirty="0">
                          <a:solidFill>
                            <a:srgbClr val="000000"/>
                          </a:solidFill>
                          <a:effectLst/>
                          <a:latin typeface="Aptos Narrow" panose="020B0004020202020204" pitchFamily="34" charset="0"/>
                        </a:rPr>
                        <a:t>Sum of </a:t>
                      </a:r>
                      <a:r>
                        <a:rPr lang="en-IN" sz="1100" b="1" i="0" u="none" strike="noStrike" dirty="0" err="1">
                          <a:solidFill>
                            <a:srgbClr val="000000"/>
                          </a:solidFill>
                          <a:effectLst/>
                          <a:latin typeface="Aptos Narrow" panose="020B0004020202020204" pitchFamily="34" charset="0"/>
                        </a:rPr>
                        <a:t>Growth_rate</a:t>
                      </a:r>
                      <a:endParaRPr lang="en-IN" sz="1100" b="1" i="0" u="none" strike="noStrike" dirty="0">
                        <a:solidFill>
                          <a:srgbClr val="000000"/>
                        </a:solidFill>
                        <a:effectLst/>
                        <a:latin typeface="Aptos Narrow" panose="020B0004020202020204" pitchFamily="34" charset="0"/>
                      </a:endParaRP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1100" b="1" i="0" u="none" strike="noStrike">
                          <a:solidFill>
                            <a:srgbClr val="000000"/>
                          </a:solidFill>
                          <a:effectLst/>
                          <a:latin typeface="Aptos Narrow" panose="020B0004020202020204" pitchFamily="34" charset="0"/>
                        </a:rPr>
                        <a:t>Average of Growth_percent</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2663349299"/>
                  </a:ext>
                </a:extLst>
              </a:tr>
              <a:tr h="182880">
                <a:tc>
                  <a:txBody>
                    <a:bodyPr/>
                    <a:lstStyle/>
                    <a:p>
                      <a:pPr algn="l" fontAlgn="b"/>
                      <a:r>
                        <a:rPr lang="en-IN" sz="1100" b="0" i="0" u="none" strike="noStrike">
                          <a:solidFill>
                            <a:srgbClr val="000000"/>
                          </a:solidFill>
                          <a:effectLst/>
                          <a:latin typeface="Aptos Narrow" panose="020B0004020202020204" pitchFamily="34" charset="0"/>
                        </a:rPr>
                        <a:t>A</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-26451.53</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-9.00%</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noFill/>
                  </a:tcPr>
                </a:tc>
                <a:extLst>
                  <a:ext uri="{0D108BD9-81ED-4DB2-BD59-A6C34878D82A}">
                    <a16:rowId xmlns:a16="http://schemas.microsoft.com/office/drawing/2014/main" val="3147022013"/>
                  </a:ext>
                </a:extLst>
              </a:tr>
              <a:tr h="182880">
                <a:tc>
                  <a:txBody>
                    <a:bodyPr/>
                    <a:lstStyle/>
                    <a:p>
                      <a:pPr algn="l" fontAlgn="b"/>
                      <a:r>
                        <a:rPr lang="en-IN" sz="1100" b="0" i="0" u="none" strike="noStrike">
                          <a:solidFill>
                            <a:srgbClr val="000000"/>
                          </a:solidFill>
                          <a:effectLst/>
                          <a:latin typeface="Aptos Narrow" panose="020B0004020202020204" pitchFamily="34" charset="0"/>
                        </a:rPr>
                        <a:t>B</a:t>
                      </a:r>
                    </a:p>
                  </a:txBody>
                  <a:tcPr marL="7620" marR="7620" marT="7620" marB="0" anchor="b">
                    <a:lnL>
                      <a:noFill/>
                    </a:lnL>
                    <a:lnR>
                      <a:noFill/>
                    </a:lnR>
                    <a:lnT>
                      <a:noFill/>
                    </a:lnT>
                    <a:lnB>
                      <a:noFill/>
                    </a:lnB>
                    <a:solidFill>
                      <a:srgbClr val="FFFF00"/>
                    </a:solidFill>
                  </a:tcPr>
                </a:tc>
                <a:tc>
                  <a:txBody>
                    <a:bodyPr/>
                    <a:lstStyle/>
                    <a:p>
                      <a:pPr algn="r" fontAlgn="b"/>
                      <a:r>
                        <a:rPr lang="en-IN" sz="1100" b="0" i="0" u="none" strike="noStrike" dirty="0">
                          <a:solidFill>
                            <a:srgbClr val="000000"/>
                          </a:solidFill>
                          <a:effectLst/>
                          <a:latin typeface="Aptos Narrow" panose="020B0004020202020204" pitchFamily="34" charset="0"/>
                        </a:rPr>
                        <a:t>-21353.88</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12.24%</a:t>
                      </a:r>
                    </a:p>
                  </a:txBody>
                  <a:tcPr marL="7620" marR="7620" marT="7620" marB="0" anchor="b">
                    <a:lnL>
                      <a:noFill/>
                    </a:lnL>
                    <a:lnR>
                      <a:noFill/>
                    </a:lnR>
                    <a:lnT>
                      <a:noFill/>
                    </a:lnT>
                    <a:lnB>
                      <a:noFill/>
                    </a:lnB>
                    <a:noFill/>
                  </a:tcPr>
                </a:tc>
                <a:extLst>
                  <a:ext uri="{0D108BD9-81ED-4DB2-BD59-A6C34878D82A}">
                    <a16:rowId xmlns:a16="http://schemas.microsoft.com/office/drawing/2014/main" val="4071691342"/>
                  </a:ext>
                </a:extLst>
              </a:tr>
              <a:tr h="0">
                <a:tc>
                  <a:txBody>
                    <a:bodyPr/>
                    <a:lstStyle/>
                    <a:p>
                      <a:pPr algn="l" fontAlgn="b"/>
                      <a:r>
                        <a:rPr lang="en-IN" sz="1100" b="0" i="0" u="none" strike="noStrike">
                          <a:solidFill>
                            <a:srgbClr val="000000"/>
                          </a:solidFill>
                          <a:effectLst/>
                          <a:latin typeface="Aptos Narrow" panose="020B0004020202020204" pitchFamily="34" charset="0"/>
                        </a:rPr>
                        <a:t>C</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-26895.87</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9.54%</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3332173149"/>
                  </a:ext>
                </a:extLst>
              </a:tr>
              <a:tr h="182880">
                <a:tc>
                  <a:txBody>
                    <a:bodyPr/>
                    <a:lstStyle/>
                    <a:p>
                      <a:pPr algn="l" fontAlgn="b"/>
                      <a:r>
                        <a:rPr lang="en-IN" sz="1100" b="1" i="0" u="none" strike="noStrike">
                          <a:solidFill>
                            <a:srgbClr val="000000"/>
                          </a:solidFill>
                          <a:effectLst/>
                          <a:latin typeface="Aptos Narrow" panose="020B0004020202020204" pitchFamily="34" charset="0"/>
                        </a:rPr>
                        <a:t>Grand Total</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r" fontAlgn="b"/>
                      <a:r>
                        <a:rPr lang="en-IN" sz="1100" b="1" i="0" u="none" strike="noStrike">
                          <a:solidFill>
                            <a:srgbClr val="000000"/>
                          </a:solidFill>
                          <a:effectLst/>
                          <a:latin typeface="Aptos Narrow" panose="020B0004020202020204" pitchFamily="34" charset="0"/>
                        </a:rPr>
                        <a:t>-74701.28</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r" fontAlgn="b"/>
                      <a:r>
                        <a:rPr lang="en-IN" sz="1100" b="1" i="0" u="none" strike="noStrike" dirty="0">
                          <a:solidFill>
                            <a:srgbClr val="000000"/>
                          </a:solidFill>
                          <a:effectLst/>
                          <a:latin typeface="Aptos Narrow" panose="020B0004020202020204" pitchFamily="34" charset="0"/>
                        </a:rPr>
                        <a:t>0.042578303</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extLst>
                  <a:ext uri="{0D108BD9-81ED-4DB2-BD59-A6C34878D82A}">
                    <a16:rowId xmlns:a16="http://schemas.microsoft.com/office/drawing/2014/main" val="67189901"/>
                  </a:ext>
                </a:extLst>
              </a:tr>
            </a:tbl>
          </a:graphicData>
        </a:graphic>
      </p:graphicFrame>
      <p:graphicFrame>
        <p:nvGraphicFramePr>
          <p:cNvPr id="13" name="Table 12">
            <a:extLst>
              <a:ext uri="{FF2B5EF4-FFF2-40B4-BE49-F238E27FC236}">
                <a16:creationId xmlns:a16="http://schemas.microsoft.com/office/drawing/2014/main" id="{EA0686EE-265E-585E-81B9-6F732F7E9273}"/>
              </a:ext>
            </a:extLst>
          </p:cNvPr>
          <p:cNvGraphicFramePr>
            <a:graphicFrameLocks noGrp="1"/>
          </p:cNvGraphicFramePr>
          <p:nvPr>
            <p:extLst>
              <p:ext uri="{D42A27DB-BD31-4B8C-83A1-F6EECF244321}">
                <p14:modId xmlns:p14="http://schemas.microsoft.com/office/powerpoint/2010/main" val="3520677537"/>
              </p:ext>
            </p:extLst>
          </p:nvPr>
        </p:nvGraphicFramePr>
        <p:xfrm>
          <a:off x="181767" y="385693"/>
          <a:ext cx="4637801" cy="4796458"/>
        </p:xfrm>
        <a:graphic>
          <a:graphicData uri="http://schemas.openxmlformats.org/drawingml/2006/table">
            <a:tbl>
              <a:tblPr/>
              <a:tblGrid>
                <a:gridCol w="721436">
                  <a:extLst>
                    <a:ext uri="{9D8B030D-6E8A-4147-A177-3AD203B41FA5}">
                      <a16:colId xmlns:a16="http://schemas.microsoft.com/office/drawing/2014/main" val="2688192965"/>
                    </a:ext>
                  </a:extLst>
                </a:gridCol>
                <a:gridCol w="484392">
                  <a:extLst>
                    <a:ext uri="{9D8B030D-6E8A-4147-A177-3AD203B41FA5}">
                      <a16:colId xmlns:a16="http://schemas.microsoft.com/office/drawing/2014/main" val="3832049981"/>
                    </a:ext>
                  </a:extLst>
                </a:gridCol>
                <a:gridCol w="618374">
                  <a:extLst>
                    <a:ext uri="{9D8B030D-6E8A-4147-A177-3AD203B41FA5}">
                      <a16:colId xmlns:a16="http://schemas.microsoft.com/office/drawing/2014/main" val="2769295109"/>
                    </a:ext>
                  </a:extLst>
                </a:gridCol>
                <a:gridCol w="1195522">
                  <a:extLst>
                    <a:ext uri="{9D8B030D-6E8A-4147-A177-3AD203B41FA5}">
                      <a16:colId xmlns:a16="http://schemas.microsoft.com/office/drawing/2014/main" val="3126611366"/>
                    </a:ext>
                  </a:extLst>
                </a:gridCol>
                <a:gridCol w="721436">
                  <a:extLst>
                    <a:ext uri="{9D8B030D-6E8A-4147-A177-3AD203B41FA5}">
                      <a16:colId xmlns:a16="http://schemas.microsoft.com/office/drawing/2014/main" val="3808541048"/>
                    </a:ext>
                  </a:extLst>
                </a:gridCol>
                <a:gridCol w="896641">
                  <a:extLst>
                    <a:ext uri="{9D8B030D-6E8A-4147-A177-3AD203B41FA5}">
                      <a16:colId xmlns:a16="http://schemas.microsoft.com/office/drawing/2014/main" val="194437031"/>
                    </a:ext>
                  </a:extLst>
                </a:gridCol>
              </a:tblGrid>
              <a:tr h="129634">
                <a:tc>
                  <a:txBody>
                    <a:bodyPr/>
                    <a:lstStyle/>
                    <a:p>
                      <a:pPr algn="l" fontAlgn="b"/>
                      <a:r>
                        <a:rPr lang="en-IN" sz="700" b="1" i="0" u="none" strike="noStrike">
                          <a:solidFill>
                            <a:srgbClr val="FFFFFF"/>
                          </a:solidFill>
                          <a:effectLst/>
                          <a:latin typeface="Aptos Narrow" panose="020B0004020202020204" pitchFamily="34" charset="0"/>
                        </a:rPr>
                        <a:t>Date_month</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fontAlgn="b"/>
                      <a:r>
                        <a:rPr lang="en-IN" sz="700" b="1" i="0" u="none" strike="noStrike">
                          <a:solidFill>
                            <a:srgbClr val="FFFFFF"/>
                          </a:solidFill>
                          <a:effectLst/>
                          <a:latin typeface="Aptos Narrow" panose="020B0004020202020204" pitchFamily="34" charset="0"/>
                        </a:rPr>
                        <a:t>branch</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fontAlgn="b"/>
                      <a:r>
                        <a:rPr lang="en-IN" sz="700" b="1" i="0" u="none" strike="noStrike">
                          <a:solidFill>
                            <a:srgbClr val="FFFFFF"/>
                          </a:solidFill>
                          <a:effectLst/>
                          <a:latin typeface="Aptos Narrow" panose="020B0004020202020204" pitchFamily="34" charset="0"/>
                        </a:rPr>
                        <a:t>total_sum</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fontAlgn="b"/>
                      <a:r>
                        <a:rPr lang="en-IN" sz="700" b="1" i="0" u="none" strike="noStrike">
                          <a:solidFill>
                            <a:srgbClr val="FFFFFF"/>
                          </a:solidFill>
                          <a:effectLst/>
                          <a:latin typeface="Aptos Narrow" panose="020B0004020202020204" pitchFamily="34" charset="0"/>
                        </a:rPr>
                        <a:t>next_month_total_sum</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fontAlgn="b"/>
                      <a:r>
                        <a:rPr lang="en-IN" sz="700" b="1" i="0" u="none" strike="noStrike">
                          <a:solidFill>
                            <a:srgbClr val="FFFFFF"/>
                          </a:solidFill>
                          <a:effectLst/>
                          <a:latin typeface="Aptos Narrow" panose="020B0004020202020204" pitchFamily="34" charset="0"/>
                        </a:rPr>
                        <a:t>Growth_rate</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fontAlgn="b"/>
                      <a:r>
                        <a:rPr lang="en-IN" sz="700" b="1" i="0" u="none" strike="noStrike">
                          <a:solidFill>
                            <a:srgbClr val="FFFFFF"/>
                          </a:solidFill>
                          <a:effectLst/>
                          <a:latin typeface="Aptos Narrow" panose="020B0004020202020204" pitchFamily="34" charset="0"/>
                        </a:rPr>
                        <a:t>Growth_percent</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extLst>
                  <a:ext uri="{0D108BD9-81ED-4DB2-BD59-A6C34878D82A}">
                    <a16:rowId xmlns:a16="http://schemas.microsoft.com/office/drawing/2014/main" val="2068567227"/>
                  </a:ext>
                </a:extLst>
              </a:tr>
              <a:tr h="129634">
                <a:tc>
                  <a:txBody>
                    <a:bodyPr/>
                    <a:lstStyle/>
                    <a:p>
                      <a:pPr algn="r" fontAlgn="b"/>
                      <a:r>
                        <a:rPr lang="en-IN" sz="700" b="0" i="0" u="none" strike="noStrike">
                          <a:solidFill>
                            <a:srgbClr val="000000"/>
                          </a:solidFill>
                          <a:effectLst/>
                          <a:latin typeface="Aptos Narrow" panose="020B0004020202020204" pitchFamily="34" charset="0"/>
                        </a:rPr>
                        <a:t>1</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A</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29361.14</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18359.25</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-11001.89</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-37.47%</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3355521765"/>
                  </a:ext>
                </a:extLst>
              </a:tr>
              <a:tr h="129634">
                <a:tc>
                  <a:txBody>
                    <a:bodyPr/>
                    <a:lstStyle/>
                    <a:p>
                      <a:pPr algn="r" fontAlgn="b"/>
                      <a:r>
                        <a:rPr lang="en-IN" sz="700" b="0" i="0" u="none" strike="noStrike">
                          <a:solidFill>
                            <a:srgbClr val="000000"/>
                          </a:solidFill>
                          <a:effectLst/>
                          <a:latin typeface="Aptos Narrow" panose="020B0004020202020204" pitchFamily="34" charset="0"/>
                        </a:rPr>
                        <a:t>1</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B</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26530.77</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25464.45</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-1066.32</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-4.02%</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2863339618"/>
                  </a:ext>
                </a:extLst>
              </a:tr>
              <a:tr h="129634">
                <a:tc>
                  <a:txBody>
                    <a:bodyPr/>
                    <a:lstStyle/>
                    <a:p>
                      <a:pPr algn="r" fontAlgn="b"/>
                      <a:r>
                        <a:rPr lang="en-IN" sz="700" b="0" i="0" u="none" strike="noStrike">
                          <a:solidFill>
                            <a:srgbClr val="000000"/>
                          </a:solidFill>
                          <a:effectLst/>
                          <a:latin typeface="Aptos Narrow" panose="020B0004020202020204" pitchFamily="34" charset="0"/>
                        </a:rPr>
                        <a:t>1</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C</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30670.66</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19346.04</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-11324.62</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-36.92%</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3915845432"/>
                  </a:ext>
                </a:extLst>
              </a:tr>
              <a:tr h="129634">
                <a:tc>
                  <a:txBody>
                    <a:bodyPr/>
                    <a:lstStyle/>
                    <a:p>
                      <a:pPr algn="r" fontAlgn="b"/>
                      <a:r>
                        <a:rPr lang="en-IN" sz="700" b="0" i="0" u="none" strike="noStrike">
                          <a:solidFill>
                            <a:srgbClr val="000000"/>
                          </a:solidFill>
                          <a:effectLst/>
                          <a:latin typeface="Aptos Narrow" panose="020B0004020202020204" pitchFamily="34" charset="0"/>
                        </a:rPr>
                        <a:t>2</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A</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18359.25</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26869.44</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8510.19</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46.35%</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1792183826"/>
                  </a:ext>
                </a:extLst>
              </a:tr>
              <a:tr h="129634">
                <a:tc>
                  <a:txBody>
                    <a:bodyPr/>
                    <a:lstStyle/>
                    <a:p>
                      <a:pPr algn="r" fontAlgn="b"/>
                      <a:r>
                        <a:rPr lang="en-IN" sz="700" b="0" i="0" u="none" strike="noStrike">
                          <a:solidFill>
                            <a:srgbClr val="000000"/>
                          </a:solidFill>
                          <a:effectLst/>
                          <a:latin typeface="Aptos Narrow" panose="020B0004020202020204" pitchFamily="34" charset="0"/>
                        </a:rPr>
                        <a:t>2</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B</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25464.45</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20789.78</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-4674.67</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-18.36%</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3879741827"/>
                  </a:ext>
                </a:extLst>
              </a:tr>
              <a:tr h="129634">
                <a:tc>
                  <a:txBody>
                    <a:bodyPr/>
                    <a:lstStyle/>
                    <a:p>
                      <a:pPr algn="r" fontAlgn="b"/>
                      <a:r>
                        <a:rPr lang="en-IN" sz="700" b="0" i="0" u="none" strike="noStrike">
                          <a:solidFill>
                            <a:srgbClr val="000000"/>
                          </a:solidFill>
                          <a:effectLst/>
                          <a:latin typeface="Aptos Narrow" panose="020B0004020202020204" pitchFamily="34" charset="0"/>
                        </a:rPr>
                        <a:t>2</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C</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19346.04</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25090.03</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5743.99</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29.69%</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1220952058"/>
                  </a:ext>
                </a:extLst>
              </a:tr>
              <a:tr h="129634">
                <a:tc>
                  <a:txBody>
                    <a:bodyPr/>
                    <a:lstStyle/>
                    <a:p>
                      <a:pPr algn="r" fontAlgn="b"/>
                      <a:r>
                        <a:rPr lang="en-IN" sz="700" b="0" i="0" u="none" strike="noStrike">
                          <a:solidFill>
                            <a:srgbClr val="000000"/>
                          </a:solidFill>
                          <a:effectLst/>
                          <a:latin typeface="Aptos Narrow" panose="020B0004020202020204" pitchFamily="34" charset="0"/>
                        </a:rPr>
                        <a:t>3</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A</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26869.44</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4574.44</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-22295</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-82.98%</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3915029886"/>
                  </a:ext>
                </a:extLst>
              </a:tr>
              <a:tr h="129634">
                <a:tc>
                  <a:txBody>
                    <a:bodyPr/>
                    <a:lstStyle/>
                    <a:p>
                      <a:pPr algn="r" fontAlgn="b"/>
                      <a:r>
                        <a:rPr lang="en-IN" sz="700" b="0" i="0" u="none" strike="noStrike">
                          <a:solidFill>
                            <a:srgbClr val="000000"/>
                          </a:solidFill>
                          <a:effectLst/>
                          <a:latin typeface="Aptos Narrow" panose="020B0004020202020204" pitchFamily="34" charset="0"/>
                        </a:rPr>
                        <a:t>3</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B</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20789.78</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1746.95</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-19042.83</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-91.60%</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2956136162"/>
                  </a:ext>
                </a:extLst>
              </a:tr>
              <a:tr h="129634">
                <a:tc>
                  <a:txBody>
                    <a:bodyPr/>
                    <a:lstStyle/>
                    <a:p>
                      <a:pPr algn="r" fontAlgn="b"/>
                      <a:r>
                        <a:rPr lang="en-IN" sz="700" b="0" i="0" u="none" strike="noStrike">
                          <a:solidFill>
                            <a:srgbClr val="000000"/>
                          </a:solidFill>
                          <a:effectLst/>
                          <a:latin typeface="Aptos Narrow" panose="020B0004020202020204" pitchFamily="34" charset="0"/>
                        </a:rPr>
                        <a:t>3</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C</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25090.03</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1636.24</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-23453.8</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-93.48%</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815907352"/>
                  </a:ext>
                </a:extLst>
              </a:tr>
              <a:tr h="129634">
                <a:tc>
                  <a:txBody>
                    <a:bodyPr/>
                    <a:lstStyle/>
                    <a:p>
                      <a:pPr algn="r" fontAlgn="b"/>
                      <a:r>
                        <a:rPr lang="en-IN" sz="700" b="0" i="0" u="none" strike="noStrike">
                          <a:solidFill>
                            <a:srgbClr val="000000"/>
                          </a:solidFill>
                          <a:effectLst/>
                          <a:latin typeface="Aptos Narrow" panose="020B0004020202020204" pitchFamily="34" charset="0"/>
                        </a:rPr>
                        <a:t>4</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A</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4574.44</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3011.62</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-1562.82</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-34.16%</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1972345629"/>
                  </a:ext>
                </a:extLst>
              </a:tr>
              <a:tr h="129634">
                <a:tc>
                  <a:txBody>
                    <a:bodyPr/>
                    <a:lstStyle/>
                    <a:p>
                      <a:pPr algn="r" fontAlgn="b"/>
                      <a:r>
                        <a:rPr lang="en-IN" sz="700" b="0" i="0" u="none" strike="noStrike">
                          <a:solidFill>
                            <a:srgbClr val="000000"/>
                          </a:solidFill>
                          <a:effectLst/>
                          <a:latin typeface="Aptos Narrow" panose="020B0004020202020204" pitchFamily="34" charset="0"/>
                        </a:rPr>
                        <a:t>4</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B</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1746.95</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5016.41</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3269.46</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187.15%</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477397051"/>
                  </a:ext>
                </a:extLst>
              </a:tr>
              <a:tr h="129634">
                <a:tc>
                  <a:txBody>
                    <a:bodyPr/>
                    <a:lstStyle/>
                    <a:p>
                      <a:pPr algn="r" fontAlgn="b"/>
                      <a:r>
                        <a:rPr lang="en-IN" sz="700" b="0" i="0" u="none" strike="noStrike">
                          <a:solidFill>
                            <a:srgbClr val="000000"/>
                          </a:solidFill>
                          <a:effectLst/>
                          <a:latin typeface="Aptos Narrow" panose="020B0004020202020204" pitchFamily="34" charset="0"/>
                        </a:rPr>
                        <a:t>4</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C</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1636.24</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4770.66</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3134.43</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191.56%</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1129026753"/>
                  </a:ext>
                </a:extLst>
              </a:tr>
              <a:tr h="129634">
                <a:tc>
                  <a:txBody>
                    <a:bodyPr/>
                    <a:lstStyle/>
                    <a:p>
                      <a:pPr algn="r" fontAlgn="b"/>
                      <a:r>
                        <a:rPr lang="en-IN" sz="700" b="0" i="0" u="none" strike="noStrike">
                          <a:solidFill>
                            <a:srgbClr val="000000"/>
                          </a:solidFill>
                          <a:effectLst/>
                          <a:latin typeface="Aptos Narrow" panose="020B0004020202020204" pitchFamily="34" charset="0"/>
                        </a:rPr>
                        <a:t>5</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A</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3011.62</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2766.49</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-245.13</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-8.14%</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1590567928"/>
                  </a:ext>
                </a:extLst>
              </a:tr>
              <a:tr h="129634">
                <a:tc>
                  <a:txBody>
                    <a:bodyPr/>
                    <a:lstStyle/>
                    <a:p>
                      <a:pPr algn="r" fontAlgn="b"/>
                      <a:r>
                        <a:rPr lang="en-IN" sz="700" b="0" i="0" u="none" strike="noStrike">
                          <a:solidFill>
                            <a:srgbClr val="000000"/>
                          </a:solidFill>
                          <a:effectLst/>
                          <a:latin typeface="Aptos Narrow" panose="020B0004020202020204" pitchFamily="34" charset="0"/>
                        </a:rPr>
                        <a:t>5</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B</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5016.41</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4122.73</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-893.68</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-17.82%</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874713522"/>
                  </a:ext>
                </a:extLst>
              </a:tr>
              <a:tr h="129634">
                <a:tc>
                  <a:txBody>
                    <a:bodyPr/>
                    <a:lstStyle/>
                    <a:p>
                      <a:pPr algn="r" fontAlgn="b"/>
                      <a:r>
                        <a:rPr lang="en-IN" sz="700" b="0" i="0" u="none" strike="noStrike">
                          <a:solidFill>
                            <a:srgbClr val="000000"/>
                          </a:solidFill>
                          <a:effectLst/>
                          <a:latin typeface="Aptos Narrow" panose="020B0004020202020204" pitchFamily="34" charset="0"/>
                        </a:rPr>
                        <a:t>5</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C</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4770.66</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2723.01</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-2047.66</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-42.92%</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1993079815"/>
                  </a:ext>
                </a:extLst>
              </a:tr>
              <a:tr h="129634">
                <a:tc>
                  <a:txBody>
                    <a:bodyPr/>
                    <a:lstStyle/>
                    <a:p>
                      <a:pPr algn="r" fontAlgn="b"/>
                      <a:r>
                        <a:rPr lang="en-IN" sz="700" b="0" i="0" u="none" strike="noStrike">
                          <a:solidFill>
                            <a:srgbClr val="000000"/>
                          </a:solidFill>
                          <a:effectLst/>
                          <a:latin typeface="Aptos Narrow" panose="020B0004020202020204" pitchFamily="34" charset="0"/>
                        </a:rPr>
                        <a:t>6</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A</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2766.49</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3541.25</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774.76</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28.01%</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2657961290"/>
                  </a:ext>
                </a:extLst>
              </a:tr>
              <a:tr h="129634">
                <a:tc>
                  <a:txBody>
                    <a:bodyPr/>
                    <a:lstStyle/>
                    <a:p>
                      <a:pPr algn="r" fontAlgn="b"/>
                      <a:r>
                        <a:rPr lang="en-IN" sz="700" b="0" i="0" u="none" strike="noStrike">
                          <a:solidFill>
                            <a:srgbClr val="000000"/>
                          </a:solidFill>
                          <a:effectLst/>
                          <a:latin typeface="Aptos Narrow" panose="020B0004020202020204" pitchFamily="34" charset="0"/>
                        </a:rPr>
                        <a:t>6</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B</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4122.73</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4363.13</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240.4</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5.83%</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2577921839"/>
                  </a:ext>
                </a:extLst>
              </a:tr>
              <a:tr h="129634">
                <a:tc>
                  <a:txBody>
                    <a:bodyPr/>
                    <a:lstStyle/>
                    <a:p>
                      <a:pPr algn="r" fontAlgn="b"/>
                      <a:r>
                        <a:rPr lang="en-IN" sz="700" b="0" i="0" u="none" strike="noStrike">
                          <a:solidFill>
                            <a:srgbClr val="000000"/>
                          </a:solidFill>
                          <a:effectLst/>
                          <a:latin typeface="Aptos Narrow" panose="020B0004020202020204" pitchFamily="34" charset="0"/>
                        </a:rPr>
                        <a:t>6</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C</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2723.01</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3596.33</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873.33</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32.07%</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422083458"/>
                  </a:ext>
                </a:extLst>
              </a:tr>
              <a:tr h="129634">
                <a:tc>
                  <a:txBody>
                    <a:bodyPr/>
                    <a:lstStyle/>
                    <a:p>
                      <a:pPr algn="r" fontAlgn="b"/>
                      <a:r>
                        <a:rPr lang="en-IN" sz="700" b="0" i="0" u="none" strike="noStrike">
                          <a:solidFill>
                            <a:srgbClr val="000000"/>
                          </a:solidFill>
                          <a:effectLst/>
                          <a:latin typeface="Aptos Narrow" panose="020B0004020202020204" pitchFamily="34" charset="0"/>
                        </a:rPr>
                        <a:t>7</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A</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3541.25</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3970.08</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428.83</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12.11%</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1062947962"/>
                  </a:ext>
                </a:extLst>
              </a:tr>
              <a:tr h="129634">
                <a:tc>
                  <a:txBody>
                    <a:bodyPr/>
                    <a:lstStyle/>
                    <a:p>
                      <a:pPr algn="r" fontAlgn="b"/>
                      <a:r>
                        <a:rPr lang="en-IN" sz="700" b="0" i="0" u="none" strike="noStrike">
                          <a:solidFill>
                            <a:srgbClr val="000000"/>
                          </a:solidFill>
                          <a:effectLst/>
                          <a:latin typeface="Aptos Narrow" panose="020B0004020202020204" pitchFamily="34" charset="0"/>
                        </a:rPr>
                        <a:t>7</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B</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4363.13</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4056.96</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-306.17</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-7.02%</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3201553464"/>
                  </a:ext>
                </a:extLst>
              </a:tr>
              <a:tr h="129634">
                <a:tc>
                  <a:txBody>
                    <a:bodyPr/>
                    <a:lstStyle/>
                    <a:p>
                      <a:pPr algn="r" fontAlgn="b"/>
                      <a:r>
                        <a:rPr lang="en-IN" sz="700" b="0" i="0" u="none" strike="noStrike">
                          <a:solidFill>
                            <a:srgbClr val="000000"/>
                          </a:solidFill>
                          <a:effectLst/>
                          <a:latin typeface="Aptos Narrow" panose="020B0004020202020204" pitchFamily="34" charset="0"/>
                        </a:rPr>
                        <a:t>7</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C</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3596.33</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5476.74</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1880.4</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52.29%</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270320586"/>
                  </a:ext>
                </a:extLst>
              </a:tr>
              <a:tr h="129634">
                <a:tc>
                  <a:txBody>
                    <a:bodyPr/>
                    <a:lstStyle/>
                    <a:p>
                      <a:pPr algn="r" fontAlgn="b"/>
                      <a:r>
                        <a:rPr lang="en-IN" sz="700" b="0" i="0" u="none" strike="noStrike">
                          <a:solidFill>
                            <a:srgbClr val="000000"/>
                          </a:solidFill>
                          <a:effectLst/>
                          <a:latin typeface="Aptos Narrow" panose="020B0004020202020204" pitchFamily="34" charset="0"/>
                        </a:rPr>
                        <a:t>8</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A</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3970.08</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3580.6</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-389.48</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-9.81%</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3833509613"/>
                  </a:ext>
                </a:extLst>
              </a:tr>
              <a:tr h="129634">
                <a:tc>
                  <a:txBody>
                    <a:bodyPr/>
                    <a:lstStyle/>
                    <a:p>
                      <a:pPr algn="r" fontAlgn="b"/>
                      <a:r>
                        <a:rPr lang="en-IN" sz="700" b="0" i="0" u="none" strike="noStrike">
                          <a:solidFill>
                            <a:srgbClr val="000000"/>
                          </a:solidFill>
                          <a:effectLst/>
                          <a:latin typeface="Aptos Narrow" panose="020B0004020202020204" pitchFamily="34" charset="0"/>
                        </a:rPr>
                        <a:t>8</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B</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4056.96</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4220.13</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163.17</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4.02%</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648431958"/>
                  </a:ext>
                </a:extLst>
              </a:tr>
              <a:tr h="129634">
                <a:tc>
                  <a:txBody>
                    <a:bodyPr/>
                    <a:lstStyle/>
                    <a:p>
                      <a:pPr algn="r" fontAlgn="b"/>
                      <a:r>
                        <a:rPr lang="en-IN" sz="700" b="0" i="0" u="none" strike="noStrike">
                          <a:solidFill>
                            <a:srgbClr val="000000"/>
                          </a:solidFill>
                          <a:effectLst/>
                          <a:latin typeface="Aptos Narrow" panose="020B0004020202020204" pitchFamily="34" charset="0"/>
                        </a:rPr>
                        <a:t>8</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C</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5476.74</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5966.55</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489.81</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8.94%</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618777537"/>
                  </a:ext>
                </a:extLst>
              </a:tr>
              <a:tr h="129634">
                <a:tc>
                  <a:txBody>
                    <a:bodyPr/>
                    <a:lstStyle/>
                    <a:p>
                      <a:pPr algn="r" fontAlgn="b"/>
                      <a:r>
                        <a:rPr lang="en-IN" sz="700" b="0" i="0" u="none" strike="noStrike">
                          <a:solidFill>
                            <a:srgbClr val="000000"/>
                          </a:solidFill>
                          <a:effectLst/>
                          <a:latin typeface="Aptos Narrow" panose="020B0004020202020204" pitchFamily="34" charset="0"/>
                        </a:rPr>
                        <a:t>9</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A</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3580.6</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3233.36</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-347.25</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-9.70%</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876061844"/>
                  </a:ext>
                </a:extLst>
              </a:tr>
              <a:tr h="129634">
                <a:tc>
                  <a:txBody>
                    <a:bodyPr/>
                    <a:lstStyle/>
                    <a:p>
                      <a:pPr algn="r" fontAlgn="b"/>
                      <a:r>
                        <a:rPr lang="en-IN" sz="700" b="0" i="0" u="none" strike="noStrike">
                          <a:solidFill>
                            <a:srgbClr val="000000"/>
                          </a:solidFill>
                          <a:effectLst/>
                          <a:latin typeface="Aptos Narrow" panose="020B0004020202020204" pitchFamily="34" charset="0"/>
                        </a:rPr>
                        <a:t>9</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B</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4220.13</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2378.22</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-1841.91</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-43.65%</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3923247580"/>
                  </a:ext>
                </a:extLst>
              </a:tr>
              <a:tr h="129634">
                <a:tc>
                  <a:txBody>
                    <a:bodyPr/>
                    <a:lstStyle/>
                    <a:p>
                      <a:pPr algn="r" fontAlgn="b"/>
                      <a:r>
                        <a:rPr lang="en-IN" sz="700" b="0" i="0" u="none" strike="noStrike">
                          <a:solidFill>
                            <a:srgbClr val="000000"/>
                          </a:solidFill>
                          <a:effectLst/>
                          <a:latin typeface="Aptos Narrow" panose="020B0004020202020204" pitchFamily="34" charset="0"/>
                        </a:rPr>
                        <a:t>9</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C</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5966.55</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4253.62</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-1712.93</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-28.71%</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406405901"/>
                  </a:ext>
                </a:extLst>
              </a:tr>
              <a:tr h="129634">
                <a:tc>
                  <a:txBody>
                    <a:bodyPr/>
                    <a:lstStyle/>
                    <a:p>
                      <a:pPr algn="r" fontAlgn="b"/>
                      <a:r>
                        <a:rPr lang="en-IN" sz="700" b="0" i="0" u="none" strike="noStrike">
                          <a:solidFill>
                            <a:srgbClr val="000000"/>
                          </a:solidFill>
                          <a:effectLst/>
                          <a:latin typeface="Aptos Narrow" panose="020B0004020202020204" pitchFamily="34" charset="0"/>
                        </a:rPr>
                        <a:t>10</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A</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3233.36</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4023.09</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789.73</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24.42%</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3426362982"/>
                  </a:ext>
                </a:extLst>
              </a:tr>
              <a:tr h="129634">
                <a:tc>
                  <a:txBody>
                    <a:bodyPr/>
                    <a:lstStyle/>
                    <a:p>
                      <a:pPr algn="r" fontAlgn="b"/>
                      <a:r>
                        <a:rPr lang="en-IN" sz="700" b="0" i="0" u="none" strike="noStrike">
                          <a:solidFill>
                            <a:srgbClr val="000000"/>
                          </a:solidFill>
                          <a:effectLst/>
                          <a:latin typeface="Aptos Narrow" panose="020B0004020202020204" pitchFamily="34" charset="0"/>
                        </a:rPr>
                        <a:t>10</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B</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2378.22</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2331.26</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-46.96</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-1.97%</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3026103988"/>
                  </a:ext>
                </a:extLst>
              </a:tr>
              <a:tr h="129634">
                <a:tc>
                  <a:txBody>
                    <a:bodyPr/>
                    <a:lstStyle/>
                    <a:p>
                      <a:pPr algn="r" fontAlgn="b"/>
                      <a:r>
                        <a:rPr lang="en-IN" sz="700" b="0" i="0" u="none" strike="noStrike">
                          <a:solidFill>
                            <a:srgbClr val="000000"/>
                          </a:solidFill>
                          <a:effectLst/>
                          <a:latin typeface="Aptos Narrow" panose="020B0004020202020204" pitchFamily="34" charset="0"/>
                        </a:rPr>
                        <a:t>10</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C</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4253.62</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3264.02</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-989.6</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-23.27%</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3999889297"/>
                  </a:ext>
                </a:extLst>
              </a:tr>
              <a:tr h="129634">
                <a:tc>
                  <a:txBody>
                    <a:bodyPr/>
                    <a:lstStyle/>
                    <a:p>
                      <a:pPr algn="r" fontAlgn="b"/>
                      <a:r>
                        <a:rPr lang="en-IN" sz="700" b="0" i="0" u="none" strike="noStrike">
                          <a:solidFill>
                            <a:srgbClr val="000000"/>
                          </a:solidFill>
                          <a:effectLst/>
                          <a:latin typeface="Aptos Narrow" panose="020B0004020202020204" pitchFamily="34" charset="0"/>
                        </a:rPr>
                        <a:t>11</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A</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4023.09</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2909.61</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-1113.47</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-27.68%</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F1A983"/>
                    </a:solidFill>
                  </a:tcPr>
                </a:tc>
                <a:extLst>
                  <a:ext uri="{0D108BD9-81ED-4DB2-BD59-A6C34878D82A}">
                    <a16:rowId xmlns:a16="http://schemas.microsoft.com/office/drawing/2014/main" val="3813360673"/>
                  </a:ext>
                </a:extLst>
              </a:tr>
              <a:tr h="129634">
                <a:tc>
                  <a:txBody>
                    <a:bodyPr/>
                    <a:lstStyle/>
                    <a:p>
                      <a:pPr algn="r" fontAlgn="b"/>
                      <a:r>
                        <a:rPr lang="en-IN" sz="700" b="0" i="0" u="none" strike="noStrike">
                          <a:solidFill>
                            <a:srgbClr val="000000"/>
                          </a:solidFill>
                          <a:effectLst/>
                          <a:latin typeface="Aptos Narrow" panose="020B0004020202020204" pitchFamily="34" charset="0"/>
                        </a:rPr>
                        <a:t>11</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B</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2331.26</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5176.89</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2845.63</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122.06%</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1477228000"/>
                  </a:ext>
                </a:extLst>
              </a:tr>
              <a:tr h="129634">
                <a:tc>
                  <a:txBody>
                    <a:bodyPr/>
                    <a:lstStyle/>
                    <a:p>
                      <a:pPr algn="r" fontAlgn="b"/>
                      <a:r>
                        <a:rPr lang="en-IN" sz="700" b="0" i="0" u="none" strike="noStrike">
                          <a:solidFill>
                            <a:srgbClr val="000000"/>
                          </a:solidFill>
                          <a:effectLst/>
                          <a:latin typeface="Aptos Narrow" panose="020B0004020202020204" pitchFamily="34" charset="0"/>
                        </a:rPr>
                        <a:t>11</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C</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3264.02</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3774.8</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510.78</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15.65%</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4213160426"/>
                  </a:ext>
                </a:extLst>
              </a:tr>
              <a:tr h="129634">
                <a:tc>
                  <a:txBody>
                    <a:bodyPr/>
                    <a:lstStyle/>
                    <a:p>
                      <a:pPr algn="r" fontAlgn="b"/>
                      <a:r>
                        <a:rPr lang="en-IN" sz="700" b="0" i="0" u="none" strike="noStrike">
                          <a:solidFill>
                            <a:srgbClr val="000000"/>
                          </a:solidFill>
                          <a:effectLst/>
                          <a:latin typeface="Aptos Narrow" panose="020B0004020202020204" pitchFamily="34" charset="0"/>
                        </a:rPr>
                        <a:t>12</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A</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2909.61</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NULL</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NULL</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NULL</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2420010045"/>
                  </a:ext>
                </a:extLst>
              </a:tr>
              <a:tr h="129634">
                <a:tc>
                  <a:txBody>
                    <a:bodyPr/>
                    <a:lstStyle/>
                    <a:p>
                      <a:pPr algn="r" fontAlgn="b"/>
                      <a:r>
                        <a:rPr lang="en-IN" sz="700" b="0" i="0" u="none" strike="noStrike">
                          <a:solidFill>
                            <a:srgbClr val="000000"/>
                          </a:solidFill>
                          <a:effectLst/>
                          <a:latin typeface="Aptos Narrow" panose="020B0004020202020204" pitchFamily="34" charset="0"/>
                        </a:rPr>
                        <a:t>12</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B</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700" b="0" i="0" u="none" strike="noStrike">
                          <a:solidFill>
                            <a:srgbClr val="000000"/>
                          </a:solidFill>
                          <a:effectLst/>
                          <a:latin typeface="Aptos Narrow" panose="020B0004020202020204" pitchFamily="34" charset="0"/>
                        </a:rPr>
                        <a:t>5176.89</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NULL</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NULL</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700" b="0" i="0" u="none" strike="noStrike">
                          <a:solidFill>
                            <a:srgbClr val="000000"/>
                          </a:solidFill>
                          <a:effectLst/>
                          <a:latin typeface="Aptos Narrow" panose="020B0004020202020204" pitchFamily="34" charset="0"/>
                        </a:rPr>
                        <a:t>NULL</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4135695421"/>
                  </a:ext>
                </a:extLst>
              </a:tr>
              <a:tr h="129634">
                <a:tc>
                  <a:txBody>
                    <a:bodyPr/>
                    <a:lstStyle/>
                    <a:p>
                      <a:pPr algn="r" fontAlgn="b"/>
                      <a:r>
                        <a:rPr lang="en-IN" sz="700" b="0" i="0" u="none" strike="noStrike">
                          <a:solidFill>
                            <a:srgbClr val="000000"/>
                          </a:solidFill>
                          <a:effectLst/>
                          <a:latin typeface="Aptos Narrow" panose="020B0004020202020204" pitchFamily="34" charset="0"/>
                        </a:rPr>
                        <a:t>12</a:t>
                      </a:r>
                    </a:p>
                  </a:txBody>
                  <a:tcPr marL="4900" marR="4900" marT="490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C</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700" b="0" i="0" u="none" strike="noStrike">
                          <a:solidFill>
                            <a:srgbClr val="000000"/>
                          </a:solidFill>
                          <a:effectLst/>
                          <a:latin typeface="Aptos Narrow" panose="020B0004020202020204" pitchFamily="34" charset="0"/>
                        </a:rPr>
                        <a:t>3774.8</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NULL</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a:solidFill>
                            <a:srgbClr val="000000"/>
                          </a:solidFill>
                          <a:effectLst/>
                          <a:latin typeface="Aptos Narrow" panose="020B0004020202020204" pitchFamily="34" charset="0"/>
                        </a:rPr>
                        <a:t>NULL</a:t>
                      </a:r>
                    </a:p>
                  </a:txBody>
                  <a:tcPr marL="4900" marR="4900" marT="490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700" b="0" i="0" u="none" strike="noStrike" dirty="0">
                          <a:solidFill>
                            <a:srgbClr val="000000"/>
                          </a:solidFill>
                          <a:effectLst/>
                          <a:latin typeface="Aptos Narrow" panose="020B0004020202020204" pitchFamily="34" charset="0"/>
                        </a:rPr>
                        <a:t>NULL</a:t>
                      </a:r>
                    </a:p>
                  </a:txBody>
                  <a:tcPr marL="4900" marR="4900" marT="490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3644810095"/>
                  </a:ext>
                </a:extLst>
              </a:tr>
            </a:tbl>
          </a:graphicData>
        </a:graphic>
      </p:graphicFrame>
      <p:sp>
        <p:nvSpPr>
          <p:cNvPr id="6" name="TextBox 5">
            <a:extLst>
              <a:ext uri="{FF2B5EF4-FFF2-40B4-BE49-F238E27FC236}">
                <a16:creationId xmlns:a16="http://schemas.microsoft.com/office/drawing/2014/main" id="{A0F06F42-4D0D-7C7D-FBC5-3609CBA70287}"/>
              </a:ext>
            </a:extLst>
          </p:cNvPr>
          <p:cNvSpPr txBox="1"/>
          <p:nvPr/>
        </p:nvSpPr>
        <p:spPr>
          <a:xfrm>
            <a:off x="5000223" y="522090"/>
            <a:ext cx="6943538" cy="2585323"/>
          </a:xfrm>
          <a:prstGeom prst="rect">
            <a:avLst/>
          </a:prstGeom>
          <a:noFill/>
        </p:spPr>
        <p:txBody>
          <a:bodyPr wrap="square" rtlCol="0">
            <a:spAutoFit/>
          </a:bodyPr>
          <a:lstStyle/>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New column date_month added by setting  SQL safe update zero</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Sales rate over time per month showing negative trend</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this indicate that comparative there is good sales for starting of month than other month</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Top Branch by Sales Growth Rate </a:t>
            </a:r>
            <a:r>
              <a:rPr lang="en-US"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Branch B (it performing better than other branch in sum growth rate and having high average growth percent that is 12.24%</a:t>
            </a:r>
          </a:p>
          <a:p>
            <a:pPr marL="285750" indent="-285750">
              <a:buFont typeface="Arial" panose="020B0604020202020204" pitchFamily="34" charset="0"/>
              <a:buChar char="•"/>
            </a:pPr>
            <a:endParaRPr lang="en-IN" dirty="0"/>
          </a:p>
        </p:txBody>
      </p:sp>
      <p:sp>
        <p:nvSpPr>
          <p:cNvPr id="5" name="TextBox 4">
            <a:extLst>
              <a:ext uri="{FF2B5EF4-FFF2-40B4-BE49-F238E27FC236}">
                <a16:creationId xmlns:a16="http://schemas.microsoft.com/office/drawing/2014/main" id="{86C32544-A22F-B0DB-7DFF-074CF2595C79}"/>
              </a:ext>
            </a:extLst>
          </p:cNvPr>
          <p:cNvSpPr txBox="1"/>
          <p:nvPr/>
        </p:nvSpPr>
        <p:spPr>
          <a:xfrm>
            <a:off x="0" y="5107235"/>
            <a:ext cx="7145518" cy="553998"/>
          </a:xfrm>
          <a:prstGeom prst="rect">
            <a:avLst/>
          </a:prstGeom>
          <a:noFill/>
        </p:spPr>
        <p:txBody>
          <a:bodyPr wrap="square" rtlCol="0">
            <a:spAutoFit/>
          </a:bodyPr>
          <a:lstStyle/>
          <a:p>
            <a:r>
              <a:rPr lang="en-IN" sz="1500" dirty="0"/>
              <a:t>By running main SQL query of cte and view feature we get above result table  which is formatted in excel for visual appealing look</a:t>
            </a:r>
          </a:p>
        </p:txBody>
      </p:sp>
    </p:spTree>
    <p:extLst>
      <p:ext uri="{BB962C8B-B14F-4D97-AF65-F5344CB8AC3E}">
        <p14:creationId xmlns:p14="http://schemas.microsoft.com/office/powerpoint/2010/main" val="834510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A4C888-0BE7-A3F8-5B35-74BC21E75350}"/>
              </a:ext>
            </a:extLst>
          </p:cNvPr>
          <p:cNvSpPr>
            <a:spLocks noGrp="1"/>
          </p:cNvSpPr>
          <p:nvPr>
            <p:ph idx="1"/>
          </p:nvPr>
        </p:nvSpPr>
        <p:spPr>
          <a:xfrm>
            <a:off x="79075" y="74464"/>
            <a:ext cx="1413294" cy="494880"/>
          </a:xfrm>
        </p:spPr>
        <p:txBody>
          <a:bodyPr/>
          <a:lstStyle/>
          <a:p>
            <a:pPr marL="0" indent="0">
              <a:buNone/>
            </a:pPr>
            <a:r>
              <a:rPr lang="en-IN" dirty="0"/>
              <a:t>Task 2</a:t>
            </a:r>
          </a:p>
        </p:txBody>
      </p:sp>
      <p:pic>
        <p:nvPicPr>
          <p:cNvPr id="8" name="Picture 7">
            <a:extLst>
              <a:ext uri="{FF2B5EF4-FFF2-40B4-BE49-F238E27FC236}">
                <a16:creationId xmlns:a16="http://schemas.microsoft.com/office/drawing/2014/main" id="{CAF82EB0-1C6D-68ED-1B2A-B5EBF39610C1}"/>
              </a:ext>
            </a:extLst>
          </p:cNvPr>
          <p:cNvPicPr>
            <a:picLocks noChangeAspect="1"/>
          </p:cNvPicPr>
          <p:nvPr/>
        </p:nvPicPr>
        <p:blipFill>
          <a:blip r:embed="rId2"/>
          <a:stretch>
            <a:fillRect/>
          </a:stretch>
        </p:blipFill>
        <p:spPr>
          <a:xfrm>
            <a:off x="79075" y="762626"/>
            <a:ext cx="6630325" cy="1076475"/>
          </a:xfrm>
          <a:prstGeom prst="rect">
            <a:avLst/>
          </a:prstGeom>
        </p:spPr>
      </p:pic>
      <p:graphicFrame>
        <p:nvGraphicFramePr>
          <p:cNvPr id="9" name="Table 8">
            <a:extLst>
              <a:ext uri="{FF2B5EF4-FFF2-40B4-BE49-F238E27FC236}">
                <a16:creationId xmlns:a16="http://schemas.microsoft.com/office/drawing/2014/main" id="{FA635777-1C76-3CA7-7662-E23A93CBFAE6}"/>
              </a:ext>
            </a:extLst>
          </p:cNvPr>
          <p:cNvGraphicFramePr>
            <a:graphicFrameLocks noGrp="1"/>
          </p:cNvGraphicFramePr>
          <p:nvPr>
            <p:extLst>
              <p:ext uri="{D42A27DB-BD31-4B8C-83A1-F6EECF244321}">
                <p14:modId xmlns:p14="http://schemas.microsoft.com/office/powerpoint/2010/main" val="2815797273"/>
              </p:ext>
            </p:extLst>
          </p:nvPr>
        </p:nvGraphicFramePr>
        <p:xfrm>
          <a:off x="3308230" y="2460255"/>
          <a:ext cx="2590800" cy="1463040"/>
        </p:xfrm>
        <a:graphic>
          <a:graphicData uri="http://schemas.openxmlformats.org/drawingml/2006/table">
            <a:tbl>
              <a:tblPr/>
              <a:tblGrid>
                <a:gridCol w="1333500">
                  <a:extLst>
                    <a:ext uri="{9D8B030D-6E8A-4147-A177-3AD203B41FA5}">
                      <a16:colId xmlns:a16="http://schemas.microsoft.com/office/drawing/2014/main" val="3956097098"/>
                    </a:ext>
                  </a:extLst>
                </a:gridCol>
                <a:gridCol w="1257300">
                  <a:extLst>
                    <a:ext uri="{9D8B030D-6E8A-4147-A177-3AD203B41FA5}">
                      <a16:colId xmlns:a16="http://schemas.microsoft.com/office/drawing/2014/main" val="2899115750"/>
                    </a:ext>
                  </a:extLst>
                </a:gridCol>
              </a:tblGrid>
              <a:tr h="182880">
                <a:tc>
                  <a:txBody>
                    <a:bodyPr/>
                    <a:lstStyle/>
                    <a:p>
                      <a:pPr algn="l" fontAlgn="b"/>
                      <a:r>
                        <a:rPr lang="en-IN" sz="1100" b="1" i="0" u="none" strike="noStrike" dirty="0">
                          <a:solidFill>
                            <a:srgbClr val="000000"/>
                          </a:solidFill>
                          <a:effectLst/>
                          <a:latin typeface="Aptos Narrow" panose="020B0004020202020204" pitchFamily="34" charset="0"/>
                        </a:rPr>
                        <a:t>Row Labels</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1100" b="1" i="0" u="none" strike="noStrike">
                          <a:solidFill>
                            <a:srgbClr val="000000"/>
                          </a:solidFill>
                          <a:effectLst/>
                          <a:latin typeface="Aptos Narrow" panose="020B0004020202020204" pitchFamily="34" charset="0"/>
                        </a:rPr>
                        <a:t>Sum of profit_margin</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3633494339"/>
                  </a:ext>
                </a:extLst>
              </a:tr>
              <a:tr h="182880">
                <a:tc>
                  <a:txBody>
                    <a:bodyPr/>
                    <a:lstStyle/>
                    <a:p>
                      <a:pPr algn="l" fontAlgn="b"/>
                      <a:r>
                        <a:rPr lang="en-IN" sz="1100" b="0" i="0" u="none" strike="noStrike">
                          <a:solidFill>
                            <a:srgbClr val="000000"/>
                          </a:solidFill>
                          <a:effectLst/>
                          <a:latin typeface="Aptos Narrow" panose="020B0004020202020204" pitchFamily="34" charset="0"/>
                        </a:rPr>
                        <a:t>Electronic accessories</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49162.54</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noFill/>
                  </a:tcPr>
                </a:tc>
                <a:extLst>
                  <a:ext uri="{0D108BD9-81ED-4DB2-BD59-A6C34878D82A}">
                    <a16:rowId xmlns:a16="http://schemas.microsoft.com/office/drawing/2014/main" val="1771846966"/>
                  </a:ext>
                </a:extLst>
              </a:tr>
              <a:tr h="182880">
                <a:tc>
                  <a:txBody>
                    <a:bodyPr/>
                    <a:lstStyle/>
                    <a:p>
                      <a:pPr algn="l" fontAlgn="b"/>
                      <a:r>
                        <a:rPr lang="en-IN" sz="1100" b="0" i="0" u="none" strike="noStrike">
                          <a:solidFill>
                            <a:srgbClr val="000000"/>
                          </a:solidFill>
                          <a:effectLst/>
                          <a:latin typeface="Aptos Narrow" panose="020B0004020202020204" pitchFamily="34" charset="0"/>
                        </a:rPr>
                        <a:t>Fashion accessories</a:t>
                      </a:r>
                    </a:p>
                  </a:txBody>
                  <a:tcPr marL="7620" marR="7620" marT="7620" marB="0" anchor="b">
                    <a:lnL>
                      <a:noFill/>
                    </a:lnL>
                    <a:lnR>
                      <a:noFill/>
                    </a:lnR>
                    <a:lnT>
                      <a:noFill/>
                    </a:lnT>
                    <a:lnB>
                      <a:noFill/>
                    </a:lnB>
                    <a:noFill/>
                  </a:tcPr>
                </a:tc>
                <a:tc>
                  <a:txBody>
                    <a:bodyPr/>
                    <a:lstStyle/>
                    <a:p>
                      <a:pPr algn="r" fontAlgn="b"/>
                      <a:r>
                        <a:rPr lang="en-IN" sz="1100" b="0" i="0" u="none" strike="noStrike" dirty="0">
                          <a:solidFill>
                            <a:srgbClr val="000000"/>
                          </a:solidFill>
                          <a:effectLst/>
                          <a:latin typeface="Aptos Narrow" panose="020B0004020202020204" pitchFamily="34" charset="0"/>
                        </a:rPr>
                        <a:t>49133.9</a:t>
                      </a:r>
                    </a:p>
                  </a:txBody>
                  <a:tcPr marL="7620" marR="7620" marT="7620" marB="0" anchor="b">
                    <a:lnL>
                      <a:noFill/>
                    </a:lnL>
                    <a:lnR>
                      <a:noFill/>
                    </a:lnR>
                    <a:lnT>
                      <a:noFill/>
                    </a:lnT>
                    <a:lnB>
                      <a:noFill/>
                    </a:lnB>
                    <a:noFill/>
                  </a:tcPr>
                </a:tc>
                <a:extLst>
                  <a:ext uri="{0D108BD9-81ED-4DB2-BD59-A6C34878D82A}">
                    <a16:rowId xmlns:a16="http://schemas.microsoft.com/office/drawing/2014/main" val="2872684508"/>
                  </a:ext>
                </a:extLst>
              </a:tr>
              <a:tr h="182880">
                <a:tc>
                  <a:txBody>
                    <a:bodyPr/>
                    <a:lstStyle/>
                    <a:p>
                      <a:pPr algn="l" fontAlgn="b"/>
                      <a:r>
                        <a:rPr lang="en-IN" sz="1100" b="0" i="0" u="none" strike="noStrike">
                          <a:solidFill>
                            <a:srgbClr val="000000"/>
                          </a:solidFill>
                          <a:effectLst/>
                          <a:latin typeface="Aptos Narrow" panose="020B0004020202020204" pitchFamily="34" charset="0"/>
                        </a:rPr>
                        <a:t>Food and beverages</a:t>
                      </a:r>
                    </a:p>
                  </a:txBody>
                  <a:tcPr marL="7620" marR="7620" marT="7620" marB="0" anchor="b">
                    <a:lnL>
                      <a:noFill/>
                    </a:lnL>
                    <a:lnR>
                      <a:noFill/>
                    </a:lnR>
                    <a:lnT>
                      <a:noFill/>
                    </a:lnT>
                    <a:lnB>
                      <a:noFill/>
                    </a:lnB>
                    <a:solidFill>
                      <a:srgbClr val="FFFF00"/>
                    </a:solidFill>
                  </a:tcPr>
                </a:tc>
                <a:tc>
                  <a:txBody>
                    <a:bodyPr/>
                    <a:lstStyle/>
                    <a:p>
                      <a:pPr algn="r" fontAlgn="b"/>
                      <a:r>
                        <a:rPr lang="en-IN" sz="1100" b="0" i="0" u="none" strike="noStrike">
                          <a:solidFill>
                            <a:srgbClr val="000000"/>
                          </a:solidFill>
                          <a:effectLst/>
                          <a:latin typeface="Aptos Narrow" panose="020B0004020202020204" pitchFamily="34" charset="0"/>
                        </a:rPr>
                        <a:t>50797.71</a:t>
                      </a:r>
                    </a:p>
                  </a:txBody>
                  <a:tcPr marL="7620" marR="7620" marT="7620" marB="0" anchor="b">
                    <a:lnL>
                      <a:noFill/>
                    </a:lnL>
                    <a:lnR>
                      <a:noFill/>
                    </a:lnR>
                    <a:lnT>
                      <a:noFill/>
                    </a:lnT>
                    <a:lnB>
                      <a:noFill/>
                    </a:lnB>
                    <a:solidFill>
                      <a:srgbClr val="FFFF00"/>
                    </a:solidFill>
                  </a:tcPr>
                </a:tc>
                <a:extLst>
                  <a:ext uri="{0D108BD9-81ED-4DB2-BD59-A6C34878D82A}">
                    <a16:rowId xmlns:a16="http://schemas.microsoft.com/office/drawing/2014/main" val="42476359"/>
                  </a:ext>
                </a:extLst>
              </a:tr>
              <a:tr h="182880">
                <a:tc>
                  <a:txBody>
                    <a:bodyPr/>
                    <a:lstStyle/>
                    <a:p>
                      <a:pPr algn="l" fontAlgn="b"/>
                      <a:r>
                        <a:rPr lang="en-IN" sz="1100" b="0" i="0" u="none" strike="noStrike">
                          <a:solidFill>
                            <a:srgbClr val="000000"/>
                          </a:solidFill>
                          <a:effectLst/>
                          <a:latin typeface="Aptos Narrow" panose="020B0004020202020204" pitchFamily="34" charset="0"/>
                        </a:rPr>
                        <a:t>Health and beauty</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44508.62</a:t>
                      </a:r>
                    </a:p>
                  </a:txBody>
                  <a:tcPr marL="7620" marR="7620" marT="7620" marB="0" anchor="b">
                    <a:lnL>
                      <a:noFill/>
                    </a:lnL>
                    <a:lnR>
                      <a:noFill/>
                    </a:lnR>
                    <a:lnT>
                      <a:noFill/>
                    </a:lnT>
                    <a:lnB>
                      <a:noFill/>
                    </a:lnB>
                    <a:noFill/>
                  </a:tcPr>
                </a:tc>
                <a:extLst>
                  <a:ext uri="{0D108BD9-81ED-4DB2-BD59-A6C34878D82A}">
                    <a16:rowId xmlns:a16="http://schemas.microsoft.com/office/drawing/2014/main" val="3324882922"/>
                  </a:ext>
                </a:extLst>
              </a:tr>
              <a:tr h="182880">
                <a:tc>
                  <a:txBody>
                    <a:bodyPr/>
                    <a:lstStyle/>
                    <a:p>
                      <a:pPr algn="l" fontAlgn="b"/>
                      <a:r>
                        <a:rPr lang="en-IN" sz="1100" b="0" i="0" u="none" strike="noStrike">
                          <a:solidFill>
                            <a:srgbClr val="000000"/>
                          </a:solidFill>
                          <a:effectLst/>
                          <a:latin typeface="Aptos Narrow" panose="020B0004020202020204" pitchFamily="34" charset="0"/>
                        </a:rPr>
                        <a:t>Home and lifestyle</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48732.21</a:t>
                      </a:r>
                    </a:p>
                  </a:txBody>
                  <a:tcPr marL="7620" marR="7620" marT="7620" marB="0" anchor="b">
                    <a:lnL>
                      <a:noFill/>
                    </a:lnL>
                    <a:lnR>
                      <a:noFill/>
                    </a:lnR>
                    <a:lnT>
                      <a:noFill/>
                    </a:lnT>
                    <a:lnB>
                      <a:noFill/>
                    </a:lnB>
                    <a:noFill/>
                  </a:tcPr>
                </a:tc>
                <a:extLst>
                  <a:ext uri="{0D108BD9-81ED-4DB2-BD59-A6C34878D82A}">
                    <a16:rowId xmlns:a16="http://schemas.microsoft.com/office/drawing/2014/main" val="2743920836"/>
                  </a:ext>
                </a:extLst>
              </a:tr>
              <a:tr h="182880">
                <a:tc>
                  <a:txBody>
                    <a:bodyPr/>
                    <a:lstStyle/>
                    <a:p>
                      <a:pPr algn="l" fontAlgn="b"/>
                      <a:r>
                        <a:rPr lang="en-IN" sz="1100" b="0" i="0" u="none" strike="noStrike">
                          <a:solidFill>
                            <a:srgbClr val="000000"/>
                          </a:solidFill>
                          <a:effectLst/>
                          <a:latin typeface="Aptos Narrow" panose="020B0004020202020204" pitchFamily="34" charset="0"/>
                        </a:rPr>
                        <a:t>Sports and travel</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49873.03</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577324353"/>
                  </a:ext>
                </a:extLst>
              </a:tr>
              <a:tr h="182880">
                <a:tc>
                  <a:txBody>
                    <a:bodyPr/>
                    <a:lstStyle/>
                    <a:p>
                      <a:pPr algn="l" fontAlgn="b"/>
                      <a:r>
                        <a:rPr lang="en-IN" sz="1100" b="1" i="0" u="none" strike="noStrike">
                          <a:solidFill>
                            <a:srgbClr val="000000"/>
                          </a:solidFill>
                          <a:effectLst/>
                          <a:latin typeface="Aptos Narrow" panose="020B0004020202020204" pitchFamily="34" charset="0"/>
                        </a:rPr>
                        <a:t>Grand Total</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r" fontAlgn="b"/>
                      <a:r>
                        <a:rPr lang="en-IN" sz="1100" b="1" i="0" u="none" strike="noStrike" dirty="0">
                          <a:solidFill>
                            <a:srgbClr val="000000"/>
                          </a:solidFill>
                          <a:effectLst/>
                          <a:latin typeface="Aptos Narrow" panose="020B0004020202020204" pitchFamily="34" charset="0"/>
                        </a:rPr>
                        <a:t>292208.01</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extLst>
                  <a:ext uri="{0D108BD9-81ED-4DB2-BD59-A6C34878D82A}">
                    <a16:rowId xmlns:a16="http://schemas.microsoft.com/office/drawing/2014/main" val="659124237"/>
                  </a:ext>
                </a:extLst>
              </a:tr>
            </a:tbl>
          </a:graphicData>
        </a:graphic>
      </p:graphicFrame>
      <p:graphicFrame>
        <p:nvGraphicFramePr>
          <p:cNvPr id="10" name="Table 9">
            <a:extLst>
              <a:ext uri="{FF2B5EF4-FFF2-40B4-BE49-F238E27FC236}">
                <a16:creationId xmlns:a16="http://schemas.microsoft.com/office/drawing/2014/main" id="{74D7CFEE-EDF2-63F4-859D-E4B1DAC638AE}"/>
              </a:ext>
            </a:extLst>
          </p:cNvPr>
          <p:cNvGraphicFramePr>
            <a:graphicFrameLocks noGrp="1"/>
          </p:cNvGraphicFramePr>
          <p:nvPr>
            <p:extLst>
              <p:ext uri="{D42A27DB-BD31-4B8C-83A1-F6EECF244321}">
                <p14:modId xmlns:p14="http://schemas.microsoft.com/office/powerpoint/2010/main" val="2008996315"/>
              </p:ext>
            </p:extLst>
          </p:nvPr>
        </p:nvGraphicFramePr>
        <p:xfrm>
          <a:off x="6232585" y="2460255"/>
          <a:ext cx="2108200" cy="914400"/>
        </p:xfrm>
        <a:graphic>
          <a:graphicData uri="http://schemas.openxmlformats.org/drawingml/2006/table">
            <a:tbl>
              <a:tblPr/>
              <a:tblGrid>
                <a:gridCol w="850900">
                  <a:extLst>
                    <a:ext uri="{9D8B030D-6E8A-4147-A177-3AD203B41FA5}">
                      <a16:colId xmlns:a16="http://schemas.microsoft.com/office/drawing/2014/main" val="3348761860"/>
                    </a:ext>
                  </a:extLst>
                </a:gridCol>
                <a:gridCol w="1257300">
                  <a:extLst>
                    <a:ext uri="{9D8B030D-6E8A-4147-A177-3AD203B41FA5}">
                      <a16:colId xmlns:a16="http://schemas.microsoft.com/office/drawing/2014/main" val="2539097699"/>
                    </a:ext>
                  </a:extLst>
                </a:gridCol>
              </a:tblGrid>
              <a:tr h="182880">
                <a:tc>
                  <a:txBody>
                    <a:bodyPr/>
                    <a:lstStyle/>
                    <a:p>
                      <a:pPr algn="l" fontAlgn="b"/>
                      <a:r>
                        <a:rPr lang="en-IN" sz="1100" b="1" i="0" u="none" strike="noStrike">
                          <a:solidFill>
                            <a:srgbClr val="000000"/>
                          </a:solidFill>
                          <a:effectLst/>
                          <a:latin typeface="Aptos Narrow" panose="020B0004020202020204" pitchFamily="34" charset="0"/>
                        </a:rPr>
                        <a:t>Row Labels</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1100" b="1" i="0" u="none" strike="noStrike">
                          <a:solidFill>
                            <a:srgbClr val="000000"/>
                          </a:solidFill>
                          <a:effectLst/>
                          <a:latin typeface="Aptos Narrow" panose="020B0004020202020204" pitchFamily="34" charset="0"/>
                        </a:rPr>
                        <a:t>Sum of profit_margin</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1822076363"/>
                  </a:ext>
                </a:extLst>
              </a:tr>
              <a:tr h="182880">
                <a:tc>
                  <a:txBody>
                    <a:bodyPr/>
                    <a:lstStyle/>
                    <a:p>
                      <a:pPr algn="l" fontAlgn="b"/>
                      <a:r>
                        <a:rPr lang="en-IN" sz="1100" b="0" i="0" u="none" strike="noStrike">
                          <a:solidFill>
                            <a:srgbClr val="000000"/>
                          </a:solidFill>
                          <a:effectLst/>
                          <a:latin typeface="Aptos Narrow" panose="020B0004020202020204" pitchFamily="34" charset="0"/>
                        </a:rPr>
                        <a:t>A</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96086.05</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noFill/>
                  </a:tcPr>
                </a:tc>
                <a:extLst>
                  <a:ext uri="{0D108BD9-81ED-4DB2-BD59-A6C34878D82A}">
                    <a16:rowId xmlns:a16="http://schemas.microsoft.com/office/drawing/2014/main" val="2612619890"/>
                  </a:ext>
                </a:extLst>
              </a:tr>
              <a:tr h="182880">
                <a:tc>
                  <a:txBody>
                    <a:bodyPr/>
                    <a:lstStyle/>
                    <a:p>
                      <a:pPr algn="l" fontAlgn="b"/>
                      <a:r>
                        <a:rPr lang="en-IN" sz="1100" b="0" i="0" u="none" strike="noStrike">
                          <a:solidFill>
                            <a:srgbClr val="000000"/>
                          </a:solidFill>
                          <a:effectLst/>
                          <a:latin typeface="Aptos Narrow" panose="020B0004020202020204" pitchFamily="34" charset="0"/>
                        </a:rPr>
                        <a:t>B</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96083.61</a:t>
                      </a:r>
                    </a:p>
                  </a:txBody>
                  <a:tcPr marL="7620" marR="7620" marT="7620" marB="0" anchor="b">
                    <a:lnL>
                      <a:noFill/>
                    </a:lnL>
                    <a:lnR>
                      <a:noFill/>
                    </a:lnR>
                    <a:lnT>
                      <a:noFill/>
                    </a:lnT>
                    <a:lnB>
                      <a:noFill/>
                    </a:lnB>
                    <a:noFill/>
                  </a:tcPr>
                </a:tc>
                <a:extLst>
                  <a:ext uri="{0D108BD9-81ED-4DB2-BD59-A6C34878D82A}">
                    <a16:rowId xmlns:a16="http://schemas.microsoft.com/office/drawing/2014/main" val="2096659911"/>
                  </a:ext>
                </a:extLst>
              </a:tr>
              <a:tr h="182880">
                <a:tc>
                  <a:txBody>
                    <a:bodyPr/>
                    <a:lstStyle/>
                    <a:p>
                      <a:pPr algn="l" fontAlgn="b"/>
                      <a:r>
                        <a:rPr lang="en-IN" sz="1100" b="0" i="0" u="none" strike="noStrike">
                          <a:solidFill>
                            <a:srgbClr val="000000"/>
                          </a:solidFill>
                          <a:effectLst/>
                          <a:latin typeface="Aptos Narrow" panose="020B0004020202020204" pitchFamily="34" charset="0"/>
                        </a:rPr>
                        <a:t>C</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solidFill>
                      <a:srgbClr val="FFFF00"/>
                    </a:solidFill>
                  </a:tcPr>
                </a:tc>
                <a:tc>
                  <a:txBody>
                    <a:bodyPr/>
                    <a:lstStyle/>
                    <a:p>
                      <a:pPr algn="r" fontAlgn="b"/>
                      <a:r>
                        <a:rPr lang="en-IN" sz="1100" b="0" i="0" u="none" strike="noStrike">
                          <a:solidFill>
                            <a:srgbClr val="000000"/>
                          </a:solidFill>
                          <a:effectLst/>
                          <a:latin typeface="Aptos Narrow" panose="020B0004020202020204" pitchFamily="34" charset="0"/>
                        </a:rPr>
                        <a:t>100038.35</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solidFill>
                      <a:srgbClr val="FFFF00"/>
                    </a:solidFill>
                  </a:tcPr>
                </a:tc>
                <a:extLst>
                  <a:ext uri="{0D108BD9-81ED-4DB2-BD59-A6C34878D82A}">
                    <a16:rowId xmlns:a16="http://schemas.microsoft.com/office/drawing/2014/main" val="3626162494"/>
                  </a:ext>
                </a:extLst>
              </a:tr>
              <a:tr h="182880">
                <a:tc>
                  <a:txBody>
                    <a:bodyPr/>
                    <a:lstStyle/>
                    <a:p>
                      <a:pPr algn="l" fontAlgn="b"/>
                      <a:r>
                        <a:rPr lang="en-IN" sz="1100" b="1" i="0" u="none" strike="noStrike">
                          <a:solidFill>
                            <a:srgbClr val="000000"/>
                          </a:solidFill>
                          <a:effectLst/>
                          <a:latin typeface="Aptos Narrow" panose="020B0004020202020204" pitchFamily="34" charset="0"/>
                        </a:rPr>
                        <a:t>Grand Total</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r" fontAlgn="b"/>
                      <a:r>
                        <a:rPr lang="en-IN" sz="1100" b="1" i="0" u="none" strike="noStrike" dirty="0">
                          <a:solidFill>
                            <a:srgbClr val="000000"/>
                          </a:solidFill>
                          <a:effectLst/>
                          <a:latin typeface="Aptos Narrow" panose="020B0004020202020204" pitchFamily="34" charset="0"/>
                        </a:rPr>
                        <a:t>292208.01</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extLst>
                  <a:ext uri="{0D108BD9-81ED-4DB2-BD59-A6C34878D82A}">
                    <a16:rowId xmlns:a16="http://schemas.microsoft.com/office/drawing/2014/main" val="1662338144"/>
                  </a:ext>
                </a:extLst>
              </a:tr>
            </a:tbl>
          </a:graphicData>
        </a:graphic>
      </p:graphicFrame>
      <p:graphicFrame>
        <p:nvGraphicFramePr>
          <p:cNvPr id="6" name="Table 5">
            <a:extLst>
              <a:ext uri="{FF2B5EF4-FFF2-40B4-BE49-F238E27FC236}">
                <a16:creationId xmlns:a16="http://schemas.microsoft.com/office/drawing/2014/main" id="{D2EEA46E-A49F-957F-D15B-1DB63BA3D402}"/>
              </a:ext>
            </a:extLst>
          </p:cNvPr>
          <p:cNvGraphicFramePr>
            <a:graphicFrameLocks noGrp="1"/>
          </p:cNvGraphicFramePr>
          <p:nvPr>
            <p:extLst>
              <p:ext uri="{D42A27DB-BD31-4B8C-83A1-F6EECF244321}">
                <p14:modId xmlns:p14="http://schemas.microsoft.com/office/powerpoint/2010/main" val="162583876"/>
              </p:ext>
            </p:extLst>
          </p:nvPr>
        </p:nvGraphicFramePr>
        <p:xfrm>
          <a:off x="79075" y="2460255"/>
          <a:ext cx="2933700" cy="3513928"/>
        </p:xfrm>
        <a:graphic>
          <a:graphicData uri="http://schemas.openxmlformats.org/drawingml/2006/table">
            <a:tbl>
              <a:tblPr/>
              <a:tblGrid>
                <a:gridCol w="1333500">
                  <a:extLst>
                    <a:ext uri="{9D8B030D-6E8A-4147-A177-3AD203B41FA5}">
                      <a16:colId xmlns:a16="http://schemas.microsoft.com/office/drawing/2014/main" val="3609166067"/>
                    </a:ext>
                  </a:extLst>
                </a:gridCol>
                <a:gridCol w="622300">
                  <a:extLst>
                    <a:ext uri="{9D8B030D-6E8A-4147-A177-3AD203B41FA5}">
                      <a16:colId xmlns:a16="http://schemas.microsoft.com/office/drawing/2014/main" val="808093613"/>
                    </a:ext>
                  </a:extLst>
                </a:gridCol>
                <a:gridCol w="977900">
                  <a:extLst>
                    <a:ext uri="{9D8B030D-6E8A-4147-A177-3AD203B41FA5}">
                      <a16:colId xmlns:a16="http://schemas.microsoft.com/office/drawing/2014/main" val="3075730320"/>
                    </a:ext>
                  </a:extLst>
                </a:gridCol>
              </a:tblGrid>
              <a:tr h="222088">
                <a:tc>
                  <a:txBody>
                    <a:bodyPr/>
                    <a:lstStyle/>
                    <a:p>
                      <a:pPr algn="l" fontAlgn="b"/>
                      <a:r>
                        <a:rPr lang="en-IN" sz="1100" b="1" i="0" u="none" strike="noStrike">
                          <a:solidFill>
                            <a:srgbClr val="FFFFFF"/>
                          </a:solidFill>
                          <a:effectLst/>
                          <a:latin typeface="Aptos Narrow" panose="020B0004020202020204" pitchFamily="34" charset="0"/>
                        </a:rPr>
                        <a:t>product_line</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A02B93"/>
                    </a:solidFill>
                  </a:tcPr>
                </a:tc>
                <a:tc>
                  <a:txBody>
                    <a:bodyPr/>
                    <a:lstStyle/>
                    <a:p>
                      <a:pPr algn="l" fontAlgn="b"/>
                      <a:r>
                        <a:rPr lang="en-IN" sz="1100" b="1" i="0" u="none" strike="noStrike">
                          <a:solidFill>
                            <a:srgbClr val="FFFFFF"/>
                          </a:solidFill>
                          <a:effectLst/>
                          <a:latin typeface="Aptos Narrow" panose="020B0004020202020204" pitchFamily="34" charset="0"/>
                        </a:rPr>
                        <a:t>Branch</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A02B93"/>
                    </a:solidFill>
                  </a:tcPr>
                </a:tc>
                <a:tc>
                  <a:txBody>
                    <a:bodyPr/>
                    <a:lstStyle/>
                    <a:p>
                      <a:pPr algn="l" fontAlgn="b"/>
                      <a:r>
                        <a:rPr lang="en-IN" sz="1100" b="1" i="0" u="none" strike="noStrike">
                          <a:solidFill>
                            <a:srgbClr val="FFFFFF"/>
                          </a:solidFill>
                          <a:effectLst/>
                          <a:latin typeface="Aptos Narrow" panose="020B0004020202020204" pitchFamily="34" charset="0"/>
                        </a:rPr>
                        <a:t>profit_margin</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A02B93"/>
                    </a:solidFill>
                  </a:tcPr>
                </a:tc>
                <a:extLst>
                  <a:ext uri="{0D108BD9-81ED-4DB2-BD59-A6C34878D82A}">
                    <a16:rowId xmlns:a16="http://schemas.microsoft.com/office/drawing/2014/main" val="1462925513"/>
                  </a:ext>
                </a:extLst>
              </a:tr>
              <a:tr h="182880">
                <a:tc>
                  <a:txBody>
                    <a:bodyPr/>
                    <a:lstStyle/>
                    <a:p>
                      <a:pPr algn="l" fontAlgn="b"/>
                      <a:r>
                        <a:rPr lang="en-IN" sz="1100" b="0" i="0" u="none" strike="noStrike">
                          <a:solidFill>
                            <a:srgbClr val="000000"/>
                          </a:solidFill>
                          <a:effectLst/>
                          <a:latin typeface="Aptos Narrow" panose="020B0004020202020204" pitchFamily="34" charset="0"/>
                        </a:rPr>
                        <a:t>Electronic accessories</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2CEEF"/>
                    </a:solidFill>
                  </a:tcPr>
                </a:tc>
                <a:tc>
                  <a:txBody>
                    <a:bodyPr/>
                    <a:lstStyle/>
                    <a:p>
                      <a:pPr algn="l" fontAlgn="b"/>
                      <a:r>
                        <a:rPr lang="en-IN" sz="1100" b="0" i="0" u="none" strike="noStrike">
                          <a:solidFill>
                            <a:srgbClr val="000000"/>
                          </a:solidFill>
                          <a:effectLst/>
                          <a:latin typeface="Aptos Narrow" panose="020B0004020202020204" pitchFamily="34" charset="0"/>
                        </a:rPr>
                        <a:t>A</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2CEEF"/>
                    </a:solidFill>
                  </a:tcPr>
                </a:tc>
                <a:tc>
                  <a:txBody>
                    <a:bodyPr/>
                    <a:lstStyle/>
                    <a:p>
                      <a:pPr algn="r" fontAlgn="b"/>
                      <a:r>
                        <a:rPr lang="en-IN" sz="1100" b="0" i="0" u="none" strike="noStrike">
                          <a:solidFill>
                            <a:srgbClr val="000000"/>
                          </a:solidFill>
                          <a:effectLst/>
                          <a:latin typeface="Aptos Narrow" panose="020B0004020202020204" pitchFamily="34" charset="0"/>
                        </a:rPr>
                        <a:t>16572.63</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2CEEF"/>
                    </a:solidFill>
                  </a:tcPr>
                </a:tc>
                <a:extLst>
                  <a:ext uri="{0D108BD9-81ED-4DB2-BD59-A6C34878D82A}">
                    <a16:rowId xmlns:a16="http://schemas.microsoft.com/office/drawing/2014/main" val="1744614669"/>
                  </a:ext>
                </a:extLst>
              </a:tr>
              <a:tr h="182880">
                <a:tc>
                  <a:txBody>
                    <a:bodyPr/>
                    <a:lstStyle/>
                    <a:p>
                      <a:pPr algn="l" fontAlgn="b"/>
                      <a:r>
                        <a:rPr lang="en-IN" sz="1100" b="0" i="0" u="none" strike="noStrike">
                          <a:solidFill>
                            <a:srgbClr val="000000"/>
                          </a:solidFill>
                          <a:effectLst/>
                          <a:latin typeface="Aptos Narrow" panose="020B0004020202020204" pitchFamily="34" charset="0"/>
                        </a:rPr>
                        <a:t>Electronic accessories</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B</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15427.5</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extLst>
                  <a:ext uri="{0D108BD9-81ED-4DB2-BD59-A6C34878D82A}">
                    <a16:rowId xmlns:a16="http://schemas.microsoft.com/office/drawing/2014/main" val="128187235"/>
                  </a:ext>
                </a:extLst>
              </a:tr>
              <a:tr h="182880">
                <a:tc>
                  <a:txBody>
                    <a:bodyPr/>
                    <a:lstStyle/>
                    <a:p>
                      <a:pPr algn="l" fontAlgn="b"/>
                      <a:r>
                        <a:rPr lang="en-IN" sz="1100" b="0" i="0" u="none" strike="noStrike">
                          <a:solidFill>
                            <a:srgbClr val="000000"/>
                          </a:solidFill>
                          <a:effectLst/>
                          <a:latin typeface="Aptos Narrow" panose="020B0004020202020204" pitchFamily="34" charset="0"/>
                        </a:rPr>
                        <a:t>Electronic accessories</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FFF00"/>
                    </a:solidFill>
                  </a:tcPr>
                </a:tc>
                <a:tc>
                  <a:txBody>
                    <a:bodyPr/>
                    <a:lstStyle/>
                    <a:p>
                      <a:pPr algn="l" fontAlgn="b"/>
                      <a:r>
                        <a:rPr lang="en-IN" sz="1100" b="0" i="0" u="none" strike="noStrike">
                          <a:solidFill>
                            <a:srgbClr val="000000"/>
                          </a:solidFill>
                          <a:effectLst/>
                          <a:latin typeface="Aptos Narrow" panose="020B0004020202020204" pitchFamily="34" charset="0"/>
                        </a:rPr>
                        <a:t>C</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FFF00"/>
                    </a:solidFill>
                  </a:tcPr>
                </a:tc>
                <a:tc>
                  <a:txBody>
                    <a:bodyPr/>
                    <a:lstStyle/>
                    <a:p>
                      <a:pPr algn="r" fontAlgn="b"/>
                      <a:r>
                        <a:rPr lang="en-IN" sz="1100" b="0" i="0" u="none" strike="noStrike">
                          <a:solidFill>
                            <a:srgbClr val="000000"/>
                          </a:solidFill>
                          <a:effectLst/>
                          <a:latin typeface="Aptos Narrow" panose="020B0004020202020204" pitchFamily="34" charset="0"/>
                        </a:rPr>
                        <a:t>17162.41</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2CEEF"/>
                    </a:solidFill>
                  </a:tcPr>
                </a:tc>
                <a:extLst>
                  <a:ext uri="{0D108BD9-81ED-4DB2-BD59-A6C34878D82A}">
                    <a16:rowId xmlns:a16="http://schemas.microsoft.com/office/drawing/2014/main" val="20454118"/>
                  </a:ext>
                </a:extLst>
              </a:tr>
              <a:tr h="182880">
                <a:tc>
                  <a:txBody>
                    <a:bodyPr/>
                    <a:lstStyle/>
                    <a:p>
                      <a:pPr algn="l" fontAlgn="b"/>
                      <a:r>
                        <a:rPr lang="en-IN" sz="1100" b="0" i="0" u="none" strike="noStrike">
                          <a:solidFill>
                            <a:srgbClr val="000000"/>
                          </a:solidFill>
                          <a:effectLst/>
                          <a:latin typeface="Aptos Narrow" panose="020B0004020202020204" pitchFamily="34" charset="0"/>
                        </a:rPr>
                        <a:t>Fashion accessories</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A</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14777.03</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extLst>
                  <a:ext uri="{0D108BD9-81ED-4DB2-BD59-A6C34878D82A}">
                    <a16:rowId xmlns:a16="http://schemas.microsoft.com/office/drawing/2014/main" val="3754892979"/>
                  </a:ext>
                </a:extLst>
              </a:tr>
              <a:tr h="182880">
                <a:tc>
                  <a:txBody>
                    <a:bodyPr/>
                    <a:lstStyle/>
                    <a:p>
                      <a:pPr algn="l" fontAlgn="b"/>
                      <a:r>
                        <a:rPr lang="en-IN" sz="1100" b="0" i="0" u="none" strike="noStrike">
                          <a:solidFill>
                            <a:srgbClr val="000000"/>
                          </a:solidFill>
                          <a:effectLst/>
                          <a:latin typeface="Aptos Narrow" panose="020B0004020202020204" pitchFamily="34" charset="0"/>
                        </a:rPr>
                        <a:t>Fashion accessories</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2CEEF"/>
                    </a:solidFill>
                  </a:tcPr>
                </a:tc>
                <a:tc>
                  <a:txBody>
                    <a:bodyPr/>
                    <a:lstStyle/>
                    <a:p>
                      <a:pPr algn="l" fontAlgn="b"/>
                      <a:r>
                        <a:rPr lang="en-IN" sz="1100" b="0" i="0" u="none" strike="noStrike">
                          <a:solidFill>
                            <a:srgbClr val="000000"/>
                          </a:solidFill>
                          <a:effectLst/>
                          <a:latin typeface="Aptos Narrow" panose="020B0004020202020204" pitchFamily="34" charset="0"/>
                        </a:rPr>
                        <a:t>B</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2CEEF"/>
                    </a:solidFill>
                  </a:tcPr>
                </a:tc>
                <a:tc>
                  <a:txBody>
                    <a:bodyPr/>
                    <a:lstStyle/>
                    <a:p>
                      <a:pPr algn="r" fontAlgn="b"/>
                      <a:r>
                        <a:rPr lang="en-IN" sz="1100" b="0" i="0" u="none" strike="noStrike">
                          <a:solidFill>
                            <a:srgbClr val="000000"/>
                          </a:solidFill>
                          <a:effectLst/>
                          <a:latin typeface="Aptos Narrow" panose="020B0004020202020204" pitchFamily="34" charset="0"/>
                        </a:rPr>
                        <a:t>14850.14</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2CEEF"/>
                    </a:solidFill>
                  </a:tcPr>
                </a:tc>
                <a:extLst>
                  <a:ext uri="{0D108BD9-81ED-4DB2-BD59-A6C34878D82A}">
                    <a16:rowId xmlns:a16="http://schemas.microsoft.com/office/drawing/2014/main" val="2132824075"/>
                  </a:ext>
                </a:extLst>
              </a:tr>
              <a:tr h="182880">
                <a:tc>
                  <a:txBody>
                    <a:bodyPr/>
                    <a:lstStyle/>
                    <a:p>
                      <a:pPr algn="l" fontAlgn="b"/>
                      <a:r>
                        <a:rPr lang="en-IN" sz="1100" b="0" i="0" u="none" strike="noStrike">
                          <a:solidFill>
                            <a:srgbClr val="000000"/>
                          </a:solidFill>
                          <a:effectLst/>
                          <a:latin typeface="Aptos Narrow" panose="020B0004020202020204" pitchFamily="34" charset="0"/>
                        </a:rPr>
                        <a:t>Fashion accessories</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FFF00"/>
                    </a:solidFill>
                  </a:tcPr>
                </a:tc>
                <a:tc>
                  <a:txBody>
                    <a:bodyPr/>
                    <a:lstStyle/>
                    <a:p>
                      <a:pPr algn="l" fontAlgn="b"/>
                      <a:r>
                        <a:rPr lang="en-IN" sz="1100" b="0" i="0" u="none" strike="noStrike">
                          <a:solidFill>
                            <a:srgbClr val="000000"/>
                          </a:solidFill>
                          <a:effectLst/>
                          <a:latin typeface="Aptos Narrow" panose="020B0004020202020204" pitchFamily="34" charset="0"/>
                        </a:rPr>
                        <a:t>C</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FFF00"/>
                    </a:solidFill>
                  </a:tcPr>
                </a:tc>
                <a:tc>
                  <a:txBody>
                    <a:bodyPr/>
                    <a:lstStyle/>
                    <a:p>
                      <a:pPr algn="r" fontAlgn="b"/>
                      <a:r>
                        <a:rPr lang="en-IN" sz="1100" b="0" i="0" u="none" strike="noStrike">
                          <a:solidFill>
                            <a:srgbClr val="000000"/>
                          </a:solidFill>
                          <a:effectLst/>
                          <a:latin typeface="Aptos Narrow" panose="020B0004020202020204" pitchFamily="34" charset="0"/>
                        </a:rPr>
                        <a:t>19506.73</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extLst>
                  <a:ext uri="{0D108BD9-81ED-4DB2-BD59-A6C34878D82A}">
                    <a16:rowId xmlns:a16="http://schemas.microsoft.com/office/drawing/2014/main" val="1691202298"/>
                  </a:ext>
                </a:extLst>
              </a:tr>
              <a:tr h="182880">
                <a:tc>
                  <a:txBody>
                    <a:bodyPr/>
                    <a:lstStyle/>
                    <a:p>
                      <a:pPr algn="l" fontAlgn="b"/>
                      <a:r>
                        <a:rPr lang="en-IN" sz="1100" b="0" i="0" u="none" strike="noStrike">
                          <a:solidFill>
                            <a:srgbClr val="000000"/>
                          </a:solidFill>
                          <a:effectLst/>
                          <a:latin typeface="Aptos Narrow" panose="020B0004020202020204" pitchFamily="34" charset="0"/>
                        </a:rPr>
                        <a:t>Food and beverages</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2CEEF"/>
                    </a:solidFill>
                  </a:tcPr>
                </a:tc>
                <a:tc>
                  <a:txBody>
                    <a:bodyPr/>
                    <a:lstStyle/>
                    <a:p>
                      <a:pPr algn="l" fontAlgn="b"/>
                      <a:r>
                        <a:rPr lang="en-IN" sz="1100" b="0" i="0" u="none" strike="noStrike">
                          <a:solidFill>
                            <a:srgbClr val="000000"/>
                          </a:solidFill>
                          <a:effectLst/>
                          <a:latin typeface="Aptos Narrow" panose="020B0004020202020204" pitchFamily="34" charset="0"/>
                        </a:rPr>
                        <a:t>A</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2CEEF"/>
                    </a:solidFill>
                  </a:tcPr>
                </a:tc>
                <a:tc>
                  <a:txBody>
                    <a:bodyPr/>
                    <a:lstStyle/>
                    <a:p>
                      <a:pPr algn="r" fontAlgn="b"/>
                      <a:r>
                        <a:rPr lang="en-IN" sz="1100" b="0" i="0" u="none" strike="noStrike">
                          <a:solidFill>
                            <a:srgbClr val="000000"/>
                          </a:solidFill>
                          <a:effectLst/>
                          <a:latin typeface="Aptos Narrow" panose="020B0004020202020204" pitchFamily="34" charset="0"/>
                        </a:rPr>
                        <a:t>15528.52</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2CEEF"/>
                    </a:solidFill>
                  </a:tcPr>
                </a:tc>
                <a:extLst>
                  <a:ext uri="{0D108BD9-81ED-4DB2-BD59-A6C34878D82A}">
                    <a16:rowId xmlns:a16="http://schemas.microsoft.com/office/drawing/2014/main" val="3648668748"/>
                  </a:ext>
                </a:extLst>
              </a:tr>
              <a:tr h="182880">
                <a:tc>
                  <a:txBody>
                    <a:bodyPr/>
                    <a:lstStyle/>
                    <a:p>
                      <a:pPr algn="l" fontAlgn="b"/>
                      <a:r>
                        <a:rPr lang="en-IN" sz="1100" b="0" i="0" u="none" strike="noStrike">
                          <a:solidFill>
                            <a:srgbClr val="000000"/>
                          </a:solidFill>
                          <a:effectLst/>
                          <a:latin typeface="Aptos Narrow" panose="020B0004020202020204" pitchFamily="34" charset="0"/>
                        </a:rPr>
                        <a:t>Food and beverages</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B</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13765.85</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extLst>
                  <a:ext uri="{0D108BD9-81ED-4DB2-BD59-A6C34878D82A}">
                    <a16:rowId xmlns:a16="http://schemas.microsoft.com/office/drawing/2014/main" val="3894978828"/>
                  </a:ext>
                </a:extLst>
              </a:tr>
              <a:tr h="182880">
                <a:tc>
                  <a:txBody>
                    <a:bodyPr/>
                    <a:lstStyle/>
                    <a:p>
                      <a:pPr algn="l" fontAlgn="b"/>
                      <a:r>
                        <a:rPr lang="en-IN" sz="1100" b="0" i="0" u="none" strike="noStrike">
                          <a:solidFill>
                            <a:srgbClr val="000000"/>
                          </a:solidFill>
                          <a:effectLst/>
                          <a:latin typeface="Aptos Narrow" panose="020B0004020202020204" pitchFamily="34" charset="0"/>
                        </a:rPr>
                        <a:t>Food and beverages</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FFF00"/>
                    </a:solidFill>
                  </a:tcPr>
                </a:tc>
                <a:tc>
                  <a:txBody>
                    <a:bodyPr/>
                    <a:lstStyle/>
                    <a:p>
                      <a:pPr algn="l" fontAlgn="b"/>
                      <a:r>
                        <a:rPr lang="en-IN" sz="1100" b="0" i="0" u="none" strike="noStrike">
                          <a:solidFill>
                            <a:srgbClr val="000000"/>
                          </a:solidFill>
                          <a:effectLst/>
                          <a:latin typeface="Aptos Narrow" panose="020B0004020202020204" pitchFamily="34" charset="0"/>
                        </a:rPr>
                        <a:t>C</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FFF00"/>
                    </a:solidFill>
                  </a:tcPr>
                </a:tc>
                <a:tc>
                  <a:txBody>
                    <a:bodyPr/>
                    <a:lstStyle/>
                    <a:p>
                      <a:pPr algn="r" fontAlgn="b"/>
                      <a:r>
                        <a:rPr lang="en-IN" sz="1100" b="0" i="0" u="none" strike="noStrike">
                          <a:solidFill>
                            <a:srgbClr val="000000"/>
                          </a:solidFill>
                          <a:effectLst/>
                          <a:latin typeface="Aptos Narrow" panose="020B0004020202020204" pitchFamily="34" charset="0"/>
                        </a:rPr>
                        <a:t>21503.34</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2CEEF"/>
                    </a:solidFill>
                  </a:tcPr>
                </a:tc>
                <a:extLst>
                  <a:ext uri="{0D108BD9-81ED-4DB2-BD59-A6C34878D82A}">
                    <a16:rowId xmlns:a16="http://schemas.microsoft.com/office/drawing/2014/main" val="876193760"/>
                  </a:ext>
                </a:extLst>
              </a:tr>
              <a:tr h="182880">
                <a:tc>
                  <a:txBody>
                    <a:bodyPr/>
                    <a:lstStyle/>
                    <a:p>
                      <a:pPr algn="l" fontAlgn="b"/>
                      <a:r>
                        <a:rPr lang="en-IN" sz="1100" b="0" i="0" u="none" strike="noStrike">
                          <a:solidFill>
                            <a:srgbClr val="000000"/>
                          </a:solidFill>
                          <a:effectLst/>
                          <a:latin typeface="Aptos Narrow" panose="020B0004020202020204" pitchFamily="34" charset="0"/>
                        </a:rPr>
                        <a:t>Health and beauty</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A</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11397.97</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extLst>
                  <a:ext uri="{0D108BD9-81ED-4DB2-BD59-A6C34878D82A}">
                    <a16:rowId xmlns:a16="http://schemas.microsoft.com/office/drawing/2014/main" val="444979920"/>
                  </a:ext>
                </a:extLst>
              </a:tr>
              <a:tr h="182880">
                <a:tc>
                  <a:txBody>
                    <a:bodyPr/>
                    <a:lstStyle/>
                    <a:p>
                      <a:pPr algn="l" fontAlgn="b"/>
                      <a:r>
                        <a:rPr lang="en-IN" sz="1100" b="0" i="0" u="none" strike="noStrike">
                          <a:solidFill>
                            <a:srgbClr val="000000"/>
                          </a:solidFill>
                          <a:effectLst/>
                          <a:latin typeface="Aptos Narrow" panose="020B0004020202020204" pitchFamily="34" charset="0"/>
                        </a:rPr>
                        <a:t>Health and beauty</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FFF00"/>
                    </a:solidFill>
                  </a:tcPr>
                </a:tc>
                <a:tc>
                  <a:txBody>
                    <a:bodyPr/>
                    <a:lstStyle/>
                    <a:p>
                      <a:pPr algn="l" fontAlgn="b"/>
                      <a:r>
                        <a:rPr lang="en-IN" sz="1100" b="0" i="0" u="none" strike="noStrike">
                          <a:solidFill>
                            <a:srgbClr val="000000"/>
                          </a:solidFill>
                          <a:effectLst/>
                          <a:latin typeface="Aptos Narrow" panose="020B0004020202020204" pitchFamily="34" charset="0"/>
                        </a:rPr>
                        <a:t>B</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FFF00"/>
                    </a:solidFill>
                  </a:tcPr>
                </a:tc>
                <a:tc>
                  <a:txBody>
                    <a:bodyPr/>
                    <a:lstStyle/>
                    <a:p>
                      <a:pPr algn="r" fontAlgn="b"/>
                      <a:r>
                        <a:rPr lang="en-IN" sz="1100" b="0" i="0" u="none" strike="noStrike">
                          <a:solidFill>
                            <a:srgbClr val="000000"/>
                          </a:solidFill>
                          <a:effectLst/>
                          <a:latin typeface="Aptos Narrow" panose="020B0004020202020204" pitchFamily="34" charset="0"/>
                        </a:rPr>
                        <a:t>18077.74</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2CEEF"/>
                    </a:solidFill>
                  </a:tcPr>
                </a:tc>
                <a:extLst>
                  <a:ext uri="{0D108BD9-81ED-4DB2-BD59-A6C34878D82A}">
                    <a16:rowId xmlns:a16="http://schemas.microsoft.com/office/drawing/2014/main" val="3385062442"/>
                  </a:ext>
                </a:extLst>
              </a:tr>
              <a:tr h="182880">
                <a:tc>
                  <a:txBody>
                    <a:bodyPr/>
                    <a:lstStyle/>
                    <a:p>
                      <a:pPr algn="l" fontAlgn="b"/>
                      <a:r>
                        <a:rPr lang="en-IN" sz="1100" b="0" i="0" u="none" strike="noStrike">
                          <a:solidFill>
                            <a:srgbClr val="000000"/>
                          </a:solidFill>
                          <a:effectLst/>
                          <a:latin typeface="Aptos Narrow" panose="020B0004020202020204" pitchFamily="34" charset="0"/>
                        </a:rPr>
                        <a:t>Health and beauty</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C</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15032.91</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extLst>
                  <a:ext uri="{0D108BD9-81ED-4DB2-BD59-A6C34878D82A}">
                    <a16:rowId xmlns:a16="http://schemas.microsoft.com/office/drawing/2014/main" val="3873667851"/>
                  </a:ext>
                </a:extLst>
              </a:tr>
              <a:tr h="182880">
                <a:tc>
                  <a:txBody>
                    <a:bodyPr/>
                    <a:lstStyle/>
                    <a:p>
                      <a:pPr algn="l" fontAlgn="b"/>
                      <a:r>
                        <a:rPr lang="en-IN" sz="1100" b="0" i="0" u="none" strike="noStrike">
                          <a:solidFill>
                            <a:srgbClr val="000000"/>
                          </a:solidFill>
                          <a:effectLst/>
                          <a:latin typeface="Aptos Narrow" panose="020B0004020202020204" pitchFamily="34" charset="0"/>
                        </a:rPr>
                        <a:t>Home and lifestyle</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FFF00"/>
                    </a:solidFill>
                  </a:tcPr>
                </a:tc>
                <a:tc>
                  <a:txBody>
                    <a:bodyPr/>
                    <a:lstStyle/>
                    <a:p>
                      <a:pPr algn="l" fontAlgn="b"/>
                      <a:r>
                        <a:rPr lang="en-IN" sz="1100" b="0" i="0" u="none" strike="noStrike">
                          <a:solidFill>
                            <a:srgbClr val="000000"/>
                          </a:solidFill>
                          <a:effectLst/>
                          <a:latin typeface="Aptos Narrow" panose="020B0004020202020204" pitchFamily="34" charset="0"/>
                        </a:rPr>
                        <a:t>A</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FFF00"/>
                    </a:solidFill>
                  </a:tcPr>
                </a:tc>
                <a:tc>
                  <a:txBody>
                    <a:bodyPr/>
                    <a:lstStyle/>
                    <a:p>
                      <a:pPr algn="r" fontAlgn="b"/>
                      <a:r>
                        <a:rPr lang="en-IN" sz="1100" b="0" i="0" u="none" strike="noStrike">
                          <a:solidFill>
                            <a:srgbClr val="000000"/>
                          </a:solidFill>
                          <a:effectLst/>
                          <a:latin typeface="Aptos Narrow" panose="020B0004020202020204" pitchFamily="34" charset="0"/>
                        </a:rPr>
                        <a:t>20282.22</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2CEEF"/>
                    </a:solidFill>
                  </a:tcPr>
                </a:tc>
                <a:extLst>
                  <a:ext uri="{0D108BD9-81ED-4DB2-BD59-A6C34878D82A}">
                    <a16:rowId xmlns:a16="http://schemas.microsoft.com/office/drawing/2014/main" val="1287964527"/>
                  </a:ext>
                </a:extLst>
              </a:tr>
              <a:tr h="182880">
                <a:tc>
                  <a:txBody>
                    <a:bodyPr/>
                    <a:lstStyle/>
                    <a:p>
                      <a:pPr algn="l" fontAlgn="b"/>
                      <a:r>
                        <a:rPr lang="en-IN" sz="1100" b="0" i="0" u="none" strike="noStrike">
                          <a:solidFill>
                            <a:srgbClr val="000000"/>
                          </a:solidFill>
                          <a:effectLst/>
                          <a:latin typeface="Aptos Narrow" panose="020B0004020202020204" pitchFamily="34" charset="0"/>
                        </a:rPr>
                        <a:t>Home and lifestyle</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B</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15877.82</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extLst>
                  <a:ext uri="{0D108BD9-81ED-4DB2-BD59-A6C34878D82A}">
                    <a16:rowId xmlns:a16="http://schemas.microsoft.com/office/drawing/2014/main" val="59374703"/>
                  </a:ext>
                </a:extLst>
              </a:tr>
              <a:tr h="182880">
                <a:tc>
                  <a:txBody>
                    <a:bodyPr/>
                    <a:lstStyle/>
                    <a:p>
                      <a:pPr algn="l" fontAlgn="b"/>
                      <a:r>
                        <a:rPr lang="en-IN" sz="1100" b="0" i="0" u="none" strike="noStrike">
                          <a:solidFill>
                            <a:srgbClr val="000000"/>
                          </a:solidFill>
                          <a:effectLst/>
                          <a:latin typeface="Aptos Narrow" panose="020B0004020202020204" pitchFamily="34" charset="0"/>
                        </a:rPr>
                        <a:t>Home and lifestyle</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2CEEF"/>
                    </a:solidFill>
                  </a:tcPr>
                </a:tc>
                <a:tc>
                  <a:txBody>
                    <a:bodyPr/>
                    <a:lstStyle/>
                    <a:p>
                      <a:pPr algn="l" fontAlgn="b"/>
                      <a:r>
                        <a:rPr lang="en-IN" sz="1100" b="0" i="0" u="none" strike="noStrike">
                          <a:solidFill>
                            <a:srgbClr val="000000"/>
                          </a:solidFill>
                          <a:effectLst/>
                          <a:latin typeface="Aptos Narrow" panose="020B0004020202020204" pitchFamily="34" charset="0"/>
                        </a:rPr>
                        <a:t>C</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2CEEF"/>
                    </a:solidFill>
                  </a:tcPr>
                </a:tc>
                <a:tc>
                  <a:txBody>
                    <a:bodyPr/>
                    <a:lstStyle/>
                    <a:p>
                      <a:pPr algn="r" fontAlgn="b"/>
                      <a:r>
                        <a:rPr lang="en-IN" sz="1100" b="0" i="0" u="none" strike="noStrike">
                          <a:solidFill>
                            <a:srgbClr val="000000"/>
                          </a:solidFill>
                          <a:effectLst/>
                          <a:latin typeface="Aptos Narrow" panose="020B0004020202020204" pitchFamily="34" charset="0"/>
                        </a:rPr>
                        <a:t>12572.17</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2CEEF"/>
                    </a:solidFill>
                  </a:tcPr>
                </a:tc>
                <a:extLst>
                  <a:ext uri="{0D108BD9-81ED-4DB2-BD59-A6C34878D82A}">
                    <a16:rowId xmlns:a16="http://schemas.microsoft.com/office/drawing/2014/main" val="4053290513"/>
                  </a:ext>
                </a:extLst>
              </a:tr>
              <a:tr h="182880">
                <a:tc>
                  <a:txBody>
                    <a:bodyPr/>
                    <a:lstStyle/>
                    <a:p>
                      <a:pPr algn="l" fontAlgn="b"/>
                      <a:r>
                        <a:rPr lang="en-IN" sz="1100" b="0" i="0" u="none" strike="noStrike">
                          <a:solidFill>
                            <a:srgbClr val="000000"/>
                          </a:solidFill>
                          <a:effectLst/>
                          <a:latin typeface="Aptos Narrow" panose="020B0004020202020204" pitchFamily="34" charset="0"/>
                        </a:rPr>
                        <a:t>Sports and travel</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A</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17527.68</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extLst>
                  <a:ext uri="{0D108BD9-81ED-4DB2-BD59-A6C34878D82A}">
                    <a16:rowId xmlns:a16="http://schemas.microsoft.com/office/drawing/2014/main" val="2335474428"/>
                  </a:ext>
                </a:extLst>
              </a:tr>
              <a:tr h="182880">
                <a:tc>
                  <a:txBody>
                    <a:bodyPr/>
                    <a:lstStyle/>
                    <a:p>
                      <a:pPr algn="l" fontAlgn="b"/>
                      <a:r>
                        <a:rPr lang="en-IN" sz="1100" b="0" i="0" u="none" strike="noStrike">
                          <a:solidFill>
                            <a:srgbClr val="000000"/>
                          </a:solidFill>
                          <a:effectLst/>
                          <a:latin typeface="Aptos Narrow" panose="020B0004020202020204" pitchFamily="34" charset="0"/>
                        </a:rPr>
                        <a:t>Sports and travel</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FFF00"/>
                    </a:solidFill>
                  </a:tcPr>
                </a:tc>
                <a:tc>
                  <a:txBody>
                    <a:bodyPr/>
                    <a:lstStyle/>
                    <a:p>
                      <a:pPr algn="l" fontAlgn="b"/>
                      <a:r>
                        <a:rPr lang="en-IN" sz="1100" b="0" i="0" u="none" strike="noStrike">
                          <a:solidFill>
                            <a:srgbClr val="000000"/>
                          </a:solidFill>
                          <a:effectLst/>
                          <a:latin typeface="Aptos Narrow" panose="020B0004020202020204" pitchFamily="34" charset="0"/>
                        </a:rPr>
                        <a:t>B</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FFF00"/>
                    </a:solidFill>
                  </a:tcPr>
                </a:tc>
                <a:tc>
                  <a:txBody>
                    <a:bodyPr/>
                    <a:lstStyle/>
                    <a:p>
                      <a:pPr algn="r" fontAlgn="b"/>
                      <a:r>
                        <a:rPr lang="en-IN" sz="1100" b="0" i="0" u="none" strike="noStrike">
                          <a:solidFill>
                            <a:srgbClr val="000000"/>
                          </a:solidFill>
                          <a:effectLst/>
                          <a:latin typeface="Aptos Narrow" panose="020B0004020202020204" pitchFamily="34" charset="0"/>
                        </a:rPr>
                        <a:t>18084.56</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solidFill>
                      <a:srgbClr val="F2CEEF"/>
                    </a:solidFill>
                  </a:tcPr>
                </a:tc>
                <a:extLst>
                  <a:ext uri="{0D108BD9-81ED-4DB2-BD59-A6C34878D82A}">
                    <a16:rowId xmlns:a16="http://schemas.microsoft.com/office/drawing/2014/main" val="501355778"/>
                  </a:ext>
                </a:extLst>
              </a:tr>
              <a:tr h="182880">
                <a:tc>
                  <a:txBody>
                    <a:bodyPr/>
                    <a:lstStyle/>
                    <a:p>
                      <a:pPr algn="l" fontAlgn="b"/>
                      <a:r>
                        <a:rPr lang="en-IN" sz="1100" b="0" i="0" u="none" strike="noStrike">
                          <a:solidFill>
                            <a:srgbClr val="000000"/>
                          </a:solidFill>
                          <a:effectLst/>
                          <a:latin typeface="Aptos Narrow" panose="020B0004020202020204" pitchFamily="34" charset="0"/>
                        </a:rPr>
                        <a:t>Sports and travel</a:t>
                      </a:r>
                    </a:p>
                  </a:txBody>
                  <a:tcPr marL="7620" marR="7620" marT="7620" marB="0" anchor="b">
                    <a:lnL w="6350" cap="flat" cmpd="sng" algn="ctr">
                      <a:solidFill>
                        <a:srgbClr val="D86DCD"/>
                      </a:solidFill>
                      <a:prstDash val="solid"/>
                      <a:round/>
                      <a:headEnd type="none" w="med" len="med"/>
                      <a:tailEnd type="none" w="med" len="med"/>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C</a:t>
                      </a:r>
                    </a:p>
                  </a:txBody>
                  <a:tcPr marL="7620" marR="7620" marT="7620" marB="0" anchor="b">
                    <a:lnL>
                      <a:noFill/>
                    </a:lnL>
                    <a:lnR>
                      <a:noFill/>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r>
                        <a:rPr lang="en-IN" sz="1100" b="0" i="0" u="none" strike="noStrike" dirty="0">
                          <a:solidFill>
                            <a:srgbClr val="000000"/>
                          </a:solidFill>
                          <a:effectLst/>
                          <a:latin typeface="Aptos Narrow" panose="020B0004020202020204" pitchFamily="34" charset="0"/>
                        </a:rPr>
                        <a:t>14260.79</a:t>
                      </a:r>
                    </a:p>
                  </a:txBody>
                  <a:tcPr marL="7620" marR="7620" marT="7620" marB="0" anchor="b">
                    <a:lnL>
                      <a:noFill/>
                    </a:lnL>
                    <a:lnR w="6350" cap="flat" cmpd="sng" algn="ctr">
                      <a:solidFill>
                        <a:srgbClr val="D86DCD"/>
                      </a:solidFill>
                      <a:prstDash val="solid"/>
                      <a:round/>
                      <a:headEnd type="none" w="med" len="med"/>
                      <a:tailEnd type="none" w="med" len="med"/>
                    </a:lnR>
                    <a:lnT w="6350" cap="flat" cmpd="sng" algn="ctr">
                      <a:solidFill>
                        <a:srgbClr val="D86DCD"/>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extLst>
                  <a:ext uri="{0D108BD9-81ED-4DB2-BD59-A6C34878D82A}">
                    <a16:rowId xmlns:a16="http://schemas.microsoft.com/office/drawing/2014/main" val="3705209002"/>
                  </a:ext>
                </a:extLst>
              </a:tr>
            </a:tbl>
          </a:graphicData>
        </a:graphic>
      </p:graphicFrame>
      <p:sp>
        <p:nvSpPr>
          <p:cNvPr id="7" name="TextBox 6">
            <a:extLst>
              <a:ext uri="{FF2B5EF4-FFF2-40B4-BE49-F238E27FC236}">
                <a16:creationId xmlns:a16="http://schemas.microsoft.com/office/drawing/2014/main" id="{981F01D4-C4DF-9A47-F096-CD53FDB611F8}"/>
              </a:ext>
            </a:extLst>
          </p:cNvPr>
          <p:cNvSpPr txBox="1"/>
          <p:nvPr/>
        </p:nvSpPr>
        <p:spPr>
          <a:xfrm>
            <a:off x="6232585" y="3733015"/>
            <a:ext cx="5519110" cy="2862322"/>
          </a:xfrm>
          <a:prstGeom prst="rect">
            <a:avLst/>
          </a:prstGeom>
          <a:noFill/>
        </p:spPr>
        <p:txBody>
          <a:bodyPr wrap="square" rtlCol="0">
            <a:spAutoFit/>
          </a:bodyPr>
          <a:lstStyle/>
          <a:p>
            <a:pPr marL="285750" indent="-285750">
              <a:buFont typeface="Arial" panose="020B0604020202020204" pitchFamily="34" charset="0"/>
              <a:buChar char="•"/>
            </a:pPr>
            <a:r>
              <a:rPr lang="en-US" dirty="0"/>
              <a:t>Most Profitable Product Line for Each Branch is shown as you can see in first table highlighted in yellow</a:t>
            </a:r>
          </a:p>
          <a:p>
            <a:pPr marL="285750" indent="-285750">
              <a:buFont typeface="Arial" panose="020B0604020202020204" pitchFamily="34" charset="0"/>
              <a:buChar char="•"/>
            </a:pPr>
            <a:r>
              <a:rPr lang="en-US" dirty="0"/>
              <a:t>Overall sum of profit margin is highest for food and beverages=50797.71,shown in second figure</a:t>
            </a:r>
          </a:p>
          <a:p>
            <a:pPr marL="285750" indent="-285750">
              <a:buFont typeface="Arial" panose="020B0604020202020204" pitchFamily="34" charset="0"/>
              <a:buChar char="•"/>
            </a:pPr>
            <a:r>
              <a:rPr lang="en-US" dirty="0"/>
              <a:t>Overall sum of profit margin is highest for branch C=100038.35 50797.71,shown in third figure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IN" dirty="0"/>
          </a:p>
        </p:txBody>
      </p:sp>
      <p:sp>
        <p:nvSpPr>
          <p:cNvPr id="12" name="TextBox 11">
            <a:extLst>
              <a:ext uri="{FF2B5EF4-FFF2-40B4-BE49-F238E27FC236}">
                <a16:creationId xmlns:a16="http://schemas.microsoft.com/office/drawing/2014/main" id="{94C1CB77-A98C-80C2-6551-B5A86299E548}"/>
              </a:ext>
            </a:extLst>
          </p:cNvPr>
          <p:cNvSpPr txBox="1"/>
          <p:nvPr/>
        </p:nvSpPr>
        <p:spPr>
          <a:xfrm>
            <a:off x="0" y="6041339"/>
            <a:ext cx="7145518" cy="553998"/>
          </a:xfrm>
          <a:prstGeom prst="rect">
            <a:avLst/>
          </a:prstGeom>
          <a:noFill/>
        </p:spPr>
        <p:txBody>
          <a:bodyPr wrap="square" rtlCol="0">
            <a:spAutoFit/>
          </a:bodyPr>
          <a:lstStyle/>
          <a:p>
            <a:r>
              <a:rPr lang="en-IN" sz="1500" dirty="0"/>
              <a:t>By running main SQL query we get above result table  which is formatted in excel for visual appealing look</a:t>
            </a:r>
          </a:p>
        </p:txBody>
      </p:sp>
    </p:spTree>
    <p:extLst>
      <p:ext uri="{BB962C8B-B14F-4D97-AF65-F5344CB8AC3E}">
        <p14:creationId xmlns:p14="http://schemas.microsoft.com/office/powerpoint/2010/main" val="2124774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FD6CF0-DBC8-20F4-C937-4EF4E5DC8F8F}"/>
              </a:ext>
            </a:extLst>
          </p:cNvPr>
          <p:cNvSpPr>
            <a:spLocks noGrp="1"/>
          </p:cNvSpPr>
          <p:nvPr>
            <p:ph idx="1"/>
          </p:nvPr>
        </p:nvSpPr>
        <p:spPr>
          <a:xfrm>
            <a:off x="0" y="0"/>
            <a:ext cx="1542691" cy="624277"/>
          </a:xfrm>
        </p:spPr>
        <p:txBody>
          <a:bodyPr/>
          <a:lstStyle/>
          <a:p>
            <a:r>
              <a:rPr lang="en-IN" dirty="0"/>
              <a:t>Task 3 </a:t>
            </a:r>
          </a:p>
        </p:txBody>
      </p:sp>
      <p:pic>
        <p:nvPicPr>
          <p:cNvPr id="5" name="Picture 4">
            <a:extLst>
              <a:ext uri="{FF2B5EF4-FFF2-40B4-BE49-F238E27FC236}">
                <a16:creationId xmlns:a16="http://schemas.microsoft.com/office/drawing/2014/main" id="{B99CE7B0-79A1-4CFA-1D7F-B27AF87B69B1}"/>
              </a:ext>
            </a:extLst>
          </p:cNvPr>
          <p:cNvPicPr>
            <a:picLocks noChangeAspect="1"/>
          </p:cNvPicPr>
          <p:nvPr/>
        </p:nvPicPr>
        <p:blipFill>
          <a:blip r:embed="rId2"/>
          <a:stretch>
            <a:fillRect/>
          </a:stretch>
        </p:blipFill>
        <p:spPr>
          <a:xfrm>
            <a:off x="258792" y="789120"/>
            <a:ext cx="5010849" cy="2686425"/>
          </a:xfrm>
          <a:prstGeom prst="rect">
            <a:avLst/>
          </a:prstGeom>
        </p:spPr>
      </p:pic>
      <p:graphicFrame>
        <p:nvGraphicFramePr>
          <p:cNvPr id="2" name="Table 1">
            <a:extLst>
              <a:ext uri="{FF2B5EF4-FFF2-40B4-BE49-F238E27FC236}">
                <a16:creationId xmlns:a16="http://schemas.microsoft.com/office/drawing/2014/main" id="{0D007F49-AC6F-F1A9-46D1-355B91DE7E60}"/>
              </a:ext>
            </a:extLst>
          </p:cNvPr>
          <p:cNvGraphicFramePr>
            <a:graphicFrameLocks noGrp="1"/>
          </p:cNvGraphicFramePr>
          <p:nvPr>
            <p:extLst>
              <p:ext uri="{D42A27DB-BD31-4B8C-83A1-F6EECF244321}">
                <p14:modId xmlns:p14="http://schemas.microsoft.com/office/powerpoint/2010/main" val="4156930745"/>
              </p:ext>
            </p:extLst>
          </p:nvPr>
        </p:nvGraphicFramePr>
        <p:xfrm>
          <a:off x="6922360" y="789120"/>
          <a:ext cx="4119267" cy="3242112"/>
        </p:xfrm>
        <a:graphic>
          <a:graphicData uri="http://schemas.openxmlformats.org/drawingml/2006/table">
            <a:tbl>
              <a:tblPr/>
              <a:tblGrid>
                <a:gridCol w="994789">
                  <a:extLst>
                    <a:ext uri="{9D8B030D-6E8A-4147-A177-3AD203B41FA5}">
                      <a16:colId xmlns:a16="http://schemas.microsoft.com/office/drawing/2014/main" val="1236720046"/>
                    </a:ext>
                  </a:extLst>
                </a:gridCol>
                <a:gridCol w="1359078">
                  <a:extLst>
                    <a:ext uri="{9D8B030D-6E8A-4147-A177-3AD203B41FA5}">
                      <a16:colId xmlns:a16="http://schemas.microsoft.com/office/drawing/2014/main" val="1870334642"/>
                    </a:ext>
                  </a:extLst>
                </a:gridCol>
                <a:gridCol w="1765400">
                  <a:extLst>
                    <a:ext uri="{9D8B030D-6E8A-4147-A177-3AD203B41FA5}">
                      <a16:colId xmlns:a16="http://schemas.microsoft.com/office/drawing/2014/main" val="557949580"/>
                    </a:ext>
                  </a:extLst>
                </a:gridCol>
              </a:tblGrid>
              <a:tr h="202632">
                <a:tc>
                  <a:txBody>
                    <a:bodyPr/>
                    <a:lstStyle/>
                    <a:p>
                      <a:pPr algn="l" fontAlgn="b"/>
                      <a:r>
                        <a:rPr lang="en-IN" sz="1100" b="1" i="0" u="none" strike="noStrike">
                          <a:solidFill>
                            <a:srgbClr val="FFFFFF"/>
                          </a:solidFill>
                          <a:effectLst/>
                          <a:latin typeface="Aptos Narrow" panose="020B0004020202020204" pitchFamily="34" charset="0"/>
                        </a:rPr>
                        <a:t>customer_id</a:t>
                      </a:r>
                    </a:p>
                  </a:txBody>
                  <a:tcPr marL="7620" marR="7620" marT="7620" marB="0" anchor="b">
                    <a:lnL w="6350" cap="flat" cmpd="sng" algn="ctr">
                      <a:solidFill>
                        <a:srgbClr val="47D359"/>
                      </a:solidFill>
                      <a:prstDash val="solid"/>
                      <a:round/>
                      <a:headEnd type="none" w="med" len="med"/>
                      <a:tailEnd type="none" w="med" len="med"/>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196B24"/>
                    </a:solidFill>
                  </a:tcPr>
                </a:tc>
                <a:tc>
                  <a:txBody>
                    <a:bodyPr/>
                    <a:lstStyle/>
                    <a:p>
                      <a:pPr algn="l" fontAlgn="b"/>
                      <a:r>
                        <a:rPr lang="en-IN" sz="1100" b="1" i="0" u="none" strike="noStrike">
                          <a:solidFill>
                            <a:srgbClr val="FFFFFF"/>
                          </a:solidFill>
                          <a:effectLst/>
                          <a:latin typeface="Aptos Narrow" panose="020B0004020202020204" pitchFamily="34" charset="0"/>
                        </a:rPr>
                        <a:t>Average_Purchase</a:t>
                      </a:r>
                    </a:p>
                  </a:txBody>
                  <a:tcPr marL="7620" marR="7620" marT="7620" marB="0" anchor="b">
                    <a:lnL>
                      <a:noFill/>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196B24"/>
                    </a:solidFill>
                  </a:tcPr>
                </a:tc>
                <a:tc>
                  <a:txBody>
                    <a:bodyPr/>
                    <a:lstStyle/>
                    <a:p>
                      <a:pPr algn="l" fontAlgn="b"/>
                      <a:r>
                        <a:rPr lang="en-IN" sz="1100" b="1" i="0" u="none" strike="noStrike">
                          <a:solidFill>
                            <a:srgbClr val="FFFFFF"/>
                          </a:solidFill>
                          <a:effectLst/>
                          <a:latin typeface="Aptos Narrow" panose="020B0004020202020204" pitchFamily="34" charset="0"/>
                        </a:rPr>
                        <a:t>Customer_Segmentation</a:t>
                      </a:r>
                    </a:p>
                  </a:txBody>
                  <a:tcPr marL="7620" marR="7620" marT="7620" marB="0" anchor="b">
                    <a:lnL>
                      <a:noFill/>
                    </a:lnL>
                    <a:lnR w="6350" cap="flat" cmpd="sng" algn="ctr">
                      <a:solidFill>
                        <a:srgbClr val="47D359"/>
                      </a:solidFill>
                      <a:prstDash val="solid"/>
                      <a:round/>
                      <a:headEnd type="none" w="med" len="med"/>
                      <a:tailEnd type="none" w="med" len="med"/>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196B24"/>
                    </a:solidFill>
                  </a:tcPr>
                </a:tc>
                <a:extLst>
                  <a:ext uri="{0D108BD9-81ED-4DB2-BD59-A6C34878D82A}">
                    <a16:rowId xmlns:a16="http://schemas.microsoft.com/office/drawing/2014/main" val="1404139579"/>
                  </a:ext>
                </a:extLst>
              </a:tr>
              <a:tr h="202632">
                <a:tc>
                  <a:txBody>
                    <a:bodyPr/>
                    <a:lstStyle/>
                    <a:p>
                      <a:pPr algn="r" fontAlgn="b"/>
                      <a:r>
                        <a:rPr lang="en-IN" sz="1100" b="0" i="0" u="none" strike="noStrike">
                          <a:solidFill>
                            <a:srgbClr val="000000"/>
                          </a:solidFill>
                          <a:effectLst/>
                          <a:latin typeface="Aptos Narrow" panose="020B0004020202020204" pitchFamily="34" charset="0"/>
                        </a:rPr>
                        <a:t>1</a:t>
                      </a:r>
                    </a:p>
                  </a:txBody>
                  <a:tcPr marL="7620" marR="7620" marT="7620" marB="0" anchor="b">
                    <a:lnL w="6350" cap="flat" cmpd="sng" algn="ctr">
                      <a:solidFill>
                        <a:srgbClr val="47D359"/>
                      </a:solidFill>
                      <a:prstDash val="solid"/>
                      <a:round/>
                      <a:headEnd type="none" w="med" len="med"/>
                      <a:tailEnd type="none" w="med" len="med"/>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tc>
                  <a:txBody>
                    <a:bodyPr/>
                    <a:lstStyle/>
                    <a:p>
                      <a:pPr algn="r" fontAlgn="b"/>
                      <a:r>
                        <a:rPr lang="en-IN" sz="1100" b="0" i="0" u="none" strike="noStrike">
                          <a:solidFill>
                            <a:srgbClr val="000000"/>
                          </a:solidFill>
                          <a:effectLst/>
                          <a:latin typeface="Aptos Narrow" panose="020B0004020202020204" pitchFamily="34" charset="0"/>
                        </a:rPr>
                        <a:t>338</a:t>
                      </a:r>
                    </a:p>
                  </a:txBody>
                  <a:tcPr marL="7620" marR="7620" marT="7620" marB="0" anchor="b">
                    <a:lnL>
                      <a:noFill/>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tc>
                  <a:txBody>
                    <a:bodyPr/>
                    <a:lstStyle/>
                    <a:p>
                      <a:pPr algn="l" fontAlgn="b"/>
                      <a:r>
                        <a:rPr lang="en-IN" sz="1100" b="0" i="0" u="none" strike="noStrike">
                          <a:solidFill>
                            <a:srgbClr val="000000"/>
                          </a:solidFill>
                          <a:effectLst/>
                          <a:latin typeface="Aptos Narrow" panose="020B0004020202020204" pitchFamily="34" charset="0"/>
                        </a:rPr>
                        <a:t>Medium</a:t>
                      </a:r>
                    </a:p>
                  </a:txBody>
                  <a:tcPr marL="7620" marR="7620" marT="7620" marB="0" anchor="b">
                    <a:lnL>
                      <a:noFill/>
                    </a:lnL>
                    <a:lnR w="6350" cap="flat" cmpd="sng" algn="ctr">
                      <a:solidFill>
                        <a:srgbClr val="47D359"/>
                      </a:solidFill>
                      <a:prstDash val="solid"/>
                      <a:round/>
                      <a:headEnd type="none" w="med" len="med"/>
                      <a:tailEnd type="none" w="med" len="med"/>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extLst>
                  <a:ext uri="{0D108BD9-81ED-4DB2-BD59-A6C34878D82A}">
                    <a16:rowId xmlns:a16="http://schemas.microsoft.com/office/drawing/2014/main" val="1112546074"/>
                  </a:ext>
                </a:extLst>
              </a:tr>
              <a:tr h="202632">
                <a:tc>
                  <a:txBody>
                    <a:bodyPr/>
                    <a:lstStyle/>
                    <a:p>
                      <a:pPr algn="r" fontAlgn="b"/>
                      <a:r>
                        <a:rPr lang="en-IN" sz="1100" b="0" i="0" u="none" strike="noStrike">
                          <a:solidFill>
                            <a:srgbClr val="000000"/>
                          </a:solidFill>
                          <a:effectLst/>
                          <a:latin typeface="Aptos Narrow" panose="020B0004020202020204" pitchFamily="34" charset="0"/>
                        </a:rPr>
                        <a:t>2</a:t>
                      </a:r>
                    </a:p>
                  </a:txBody>
                  <a:tcPr marL="7620" marR="7620" marT="7620" marB="0" anchor="b">
                    <a:lnL w="6350" cap="flat" cmpd="sng" algn="ctr">
                      <a:solidFill>
                        <a:srgbClr val="47D359"/>
                      </a:solidFill>
                      <a:prstDash val="solid"/>
                      <a:round/>
                      <a:headEnd type="none" w="med" len="med"/>
                      <a:tailEnd type="none" w="med" len="med"/>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349</a:t>
                      </a:r>
                    </a:p>
                  </a:txBody>
                  <a:tcPr marL="7620" marR="7620" marT="7620" marB="0" anchor="b">
                    <a:lnL>
                      <a:noFill/>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High</a:t>
                      </a:r>
                    </a:p>
                  </a:txBody>
                  <a:tcPr marL="7620" marR="7620" marT="7620" marB="0" anchor="b">
                    <a:lnL>
                      <a:noFill/>
                    </a:lnL>
                    <a:lnR w="6350" cap="flat" cmpd="sng" algn="ctr">
                      <a:solidFill>
                        <a:srgbClr val="47D359"/>
                      </a:solidFill>
                      <a:prstDash val="solid"/>
                      <a:round/>
                      <a:headEnd type="none" w="med" len="med"/>
                      <a:tailEnd type="none" w="med" len="med"/>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extLst>
                  <a:ext uri="{0D108BD9-81ED-4DB2-BD59-A6C34878D82A}">
                    <a16:rowId xmlns:a16="http://schemas.microsoft.com/office/drawing/2014/main" val="2191154805"/>
                  </a:ext>
                </a:extLst>
              </a:tr>
              <a:tr h="202632">
                <a:tc>
                  <a:txBody>
                    <a:bodyPr/>
                    <a:lstStyle/>
                    <a:p>
                      <a:pPr algn="r" fontAlgn="b"/>
                      <a:r>
                        <a:rPr lang="en-IN" sz="1100" b="0" i="0" u="none" strike="noStrike">
                          <a:solidFill>
                            <a:srgbClr val="000000"/>
                          </a:solidFill>
                          <a:effectLst/>
                          <a:latin typeface="Aptos Narrow" panose="020B0004020202020204" pitchFamily="34" charset="0"/>
                        </a:rPr>
                        <a:t>3</a:t>
                      </a:r>
                    </a:p>
                  </a:txBody>
                  <a:tcPr marL="7620" marR="7620" marT="7620" marB="0" anchor="b">
                    <a:lnL w="6350" cap="flat" cmpd="sng" algn="ctr">
                      <a:solidFill>
                        <a:srgbClr val="47D359"/>
                      </a:solidFill>
                      <a:prstDash val="solid"/>
                      <a:round/>
                      <a:headEnd type="none" w="med" len="med"/>
                      <a:tailEnd type="none" w="med" len="med"/>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tc>
                  <a:txBody>
                    <a:bodyPr/>
                    <a:lstStyle/>
                    <a:p>
                      <a:pPr algn="r" fontAlgn="b"/>
                      <a:r>
                        <a:rPr lang="en-IN" sz="1100" b="0" i="0" u="none" strike="noStrike">
                          <a:solidFill>
                            <a:srgbClr val="000000"/>
                          </a:solidFill>
                          <a:effectLst/>
                          <a:latin typeface="Aptos Narrow" panose="020B0004020202020204" pitchFamily="34" charset="0"/>
                        </a:rPr>
                        <a:t>349</a:t>
                      </a:r>
                    </a:p>
                  </a:txBody>
                  <a:tcPr marL="7620" marR="7620" marT="7620" marB="0" anchor="b">
                    <a:lnL>
                      <a:noFill/>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tc>
                  <a:txBody>
                    <a:bodyPr/>
                    <a:lstStyle/>
                    <a:p>
                      <a:pPr algn="l" fontAlgn="b"/>
                      <a:r>
                        <a:rPr lang="en-IN" sz="1100" b="0" i="0" u="none" strike="noStrike">
                          <a:solidFill>
                            <a:srgbClr val="000000"/>
                          </a:solidFill>
                          <a:effectLst/>
                          <a:latin typeface="Aptos Narrow" panose="020B0004020202020204" pitchFamily="34" charset="0"/>
                        </a:rPr>
                        <a:t>High</a:t>
                      </a:r>
                    </a:p>
                  </a:txBody>
                  <a:tcPr marL="7620" marR="7620" marT="7620" marB="0" anchor="b">
                    <a:lnL>
                      <a:noFill/>
                    </a:lnL>
                    <a:lnR w="6350" cap="flat" cmpd="sng" algn="ctr">
                      <a:solidFill>
                        <a:srgbClr val="47D359"/>
                      </a:solidFill>
                      <a:prstDash val="solid"/>
                      <a:round/>
                      <a:headEnd type="none" w="med" len="med"/>
                      <a:tailEnd type="none" w="med" len="med"/>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extLst>
                  <a:ext uri="{0D108BD9-81ED-4DB2-BD59-A6C34878D82A}">
                    <a16:rowId xmlns:a16="http://schemas.microsoft.com/office/drawing/2014/main" val="331119857"/>
                  </a:ext>
                </a:extLst>
              </a:tr>
              <a:tr h="202632">
                <a:tc>
                  <a:txBody>
                    <a:bodyPr/>
                    <a:lstStyle/>
                    <a:p>
                      <a:pPr algn="r" fontAlgn="b"/>
                      <a:r>
                        <a:rPr lang="en-IN" sz="1100" b="0" i="0" u="none" strike="noStrike">
                          <a:solidFill>
                            <a:srgbClr val="000000"/>
                          </a:solidFill>
                          <a:effectLst/>
                          <a:latin typeface="Aptos Narrow" panose="020B0004020202020204" pitchFamily="34" charset="0"/>
                        </a:rPr>
                        <a:t>4</a:t>
                      </a:r>
                    </a:p>
                  </a:txBody>
                  <a:tcPr marL="7620" marR="7620" marT="7620" marB="0" anchor="b">
                    <a:lnL w="6350" cap="flat" cmpd="sng" algn="ctr">
                      <a:solidFill>
                        <a:srgbClr val="47D359"/>
                      </a:solidFill>
                      <a:prstDash val="solid"/>
                      <a:round/>
                      <a:headEnd type="none" w="med" len="med"/>
                      <a:tailEnd type="none" w="med" len="med"/>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264</a:t>
                      </a:r>
                    </a:p>
                  </a:txBody>
                  <a:tcPr marL="7620" marR="7620" marT="7620" marB="0" anchor="b">
                    <a:lnL>
                      <a:noFill/>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Low</a:t>
                      </a:r>
                    </a:p>
                  </a:txBody>
                  <a:tcPr marL="7620" marR="7620" marT="7620" marB="0" anchor="b">
                    <a:lnL>
                      <a:noFill/>
                    </a:lnL>
                    <a:lnR w="6350" cap="flat" cmpd="sng" algn="ctr">
                      <a:solidFill>
                        <a:srgbClr val="47D359"/>
                      </a:solidFill>
                      <a:prstDash val="solid"/>
                      <a:round/>
                      <a:headEnd type="none" w="med" len="med"/>
                      <a:tailEnd type="none" w="med" len="med"/>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extLst>
                  <a:ext uri="{0D108BD9-81ED-4DB2-BD59-A6C34878D82A}">
                    <a16:rowId xmlns:a16="http://schemas.microsoft.com/office/drawing/2014/main" val="804624625"/>
                  </a:ext>
                </a:extLst>
              </a:tr>
              <a:tr h="202632">
                <a:tc>
                  <a:txBody>
                    <a:bodyPr/>
                    <a:lstStyle/>
                    <a:p>
                      <a:pPr algn="r" fontAlgn="b"/>
                      <a:r>
                        <a:rPr lang="en-IN" sz="1100" b="0" i="0" u="none" strike="noStrike">
                          <a:solidFill>
                            <a:srgbClr val="000000"/>
                          </a:solidFill>
                          <a:effectLst/>
                          <a:latin typeface="Aptos Narrow" panose="020B0004020202020204" pitchFamily="34" charset="0"/>
                        </a:rPr>
                        <a:t>5</a:t>
                      </a:r>
                    </a:p>
                  </a:txBody>
                  <a:tcPr marL="7620" marR="7620" marT="7620" marB="0" anchor="b">
                    <a:lnL w="6350" cap="flat" cmpd="sng" algn="ctr">
                      <a:solidFill>
                        <a:srgbClr val="47D359"/>
                      </a:solidFill>
                      <a:prstDash val="solid"/>
                      <a:round/>
                      <a:headEnd type="none" w="med" len="med"/>
                      <a:tailEnd type="none" w="med" len="med"/>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tc>
                  <a:txBody>
                    <a:bodyPr/>
                    <a:lstStyle/>
                    <a:p>
                      <a:pPr algn="r" fontAlgn="b"/>
                      <a:r>
                        <a:rPr lang="en-IN" sz="1100" b="0" i="0" u="none" strike="noStrike">
                          <a:solidFill>
                            <a:srgbClr val="000000"/>
                          </a:solidFill>
                          <a:effectLst/>
                          <a:latin typeface="Aptos Narrow" panose="020B0004020202020204" pitchFamily="34" charset="0"/>
                        </a:rPr>
                        <a:t>293</a:t>
                      </a:r>
                    </a:p>
                  </a:txBody>
                  <a:tcPr marL="7620" marR="7620" marT="7620" marB="0" anchor="b">
                    <a:lnL>
                      <a:noFill/>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tc>
                  <a:txBody>
                    <a:bodyPr/>
                    <a:lstStyle/>
                    <a:p>
                      <a:pPr algn="l" fontAlgn="b"/>
                      <a:r>
                        <a:rPr lang="en-IN" sz="1100" b="0" i="0" u="none" strike="noStrike">
                          <a:solidFill>
                            <a:srgbClr val="000000"/>
                          </a:solidFill>
                          <a:effectLst/>
                          <a:latin typeface="Aptos Narrow" panose="020B0004020202020204" pitchFamily="34" charset="0"/>
                        </a:rPr>
                        <a:t>Low</a:t>
                      </a:r>
                    </a:p>
                  </a:txBody>
                  <a:tcPr marL="7620" marR="7620" marT="7620" marB="0" anchor="b">
                    <a:lnL>
                      <a:noFill/>
                    </a:lnL>
                    <a:lnR w="6350" cap="flat" cmpd="sng" algn="ctr">
                      <a:solidFill>
                        <a:srgbClr val="47D359"/>
                      </a:solidFill>
                      <a:prstDash val="solid"/>
                      <a:round/>
                      <a:headEnd type="none" w="med" len="med"/>
                      <a:tailEnd type="none" w="med" len="med"/>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extLst>
                  <a:ext uri="{0D108BD9-81ED-4DB2-BD59-A6C34878D82A}">
                    <a16:rowId xmlns:a16="http://schemas.microsoft.com/office/drawing/2014/main" val="2630038724"/>
                  </a:ext>
                </a:extLst>
              </a:tr>
              <a:tr h="202632">
                <a:tc>
                  <a:txBody>
                    <a:bodyPr/>
                    <a:lstStyle/>
                    <a:p>
                      <a:pPr algn="r" fontAlgn="b"/>
                      <a:r>
                        <a:rPr lang="en-IN" sz="1100" b="0" i="0" u="none" strike="noStrike">
                          <a:solidFill>
                            <a:srgbClr val="000000"/>
                          </a:solidFill>
                          <a:effectLst/>
                          <a:latin typeface="Aptos Narrow" panose="020B0004020202020204" pitchFamily="34" charset="0"/>
                        </a:rPr>
                        <a:t>6</a:t>
                      </a:r>
                    </a:p>
                  </a:txBody>
                  <a:tcPr marL="7620" marR="7620" marT="7620" marB="0" anchor="b">
                    <a:lnL w="6350" cap="flat" cmpd="sng" algn="ctr">
                      <a:solidFill>
                        <a:srgbClr val="47D359"/>
                      </a:solidFill>
                      <a:prstDash val="solid"/>
                      <a:round/>
                      <a:headEnd type="none" w="med" len="med"/>
                      <a:tailEnd type="none" w="med" len="med"/>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309</a:t>
                      </a:r>
                    </a:p>
                  </a:txBody>
                  <a:tcPr marL="7620" marR="7620" marT="7620" marB="0" anchor="b">
                    <a:lnL>
                      <a:noFill/>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Medium</a:t>
                      </a:r>
                    </a:p>
                  </a:txBody>
                  <a:tcPr marL="7620" marR="7620" marT="7620" marB="0" anchor="b">
                    <a:lnL>
                      <a:noFill/>
                    </a:lnL>
                    <a:lnR w="6350" cap="flat" cmpd="sng" algn="ctr">
                      <a:solidFill>
                        <a:srgbClr val="47D359"/>
                      </a:solidFill>
                      <a:prstDash val="solid"/>
                      <a:round/>
                      <a:headEnd type="none" w="med" len="med"/>
                      <a:tailEnd type="none" w="med" len="med"/>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extLst>
                  <a:ext uri="{0D108BD9-81ED-4DB2-BD59-A6C34878D82A}">
                    <a16:rowId xmlns:a16="http://schemas.microsoft.com/office/drawing/2014/main" val="2611678211"/>
                  </a:ext>
                </a:extLst>
              </a:tr>
              <a:tr h="202632">
                <a:tc>
                  <a:txBody>
                    <a:bodyPr/>
                    <a:lstStyle/>
                    <a:p>
                      <a:pPr algn="r" fontAlgn="b"/>
                      <a:r>
                        <a:rPr lang="en-IN" sz="1100" b="0" i="0" u="none" strike="noStrike">
                          <a:solidFill>
                            <a:srgbClr val="000000"/>
                          </a:solidFill>
                          <a:effectLst/>
                          <a:latin typeface="Aptos Narrow" panose="020B0004020202020204" pitchFamily="34" charset="0"/>
                        </a:rPr>
                        <a:t>7</a:t>
                      </a:r>
                    </a:p>
                  </a:txBody>
                  <a:tcPr marL="7620" marR="7620" marT="7620" marB="0" anchor="b">
                    <a:lnL w="6350" cap="flat" cmpd="sng" algn="ctr">
                      <a:solidFill>
                        <a:srgbClr val="47D359"/>
                      </a:solidFill>
                      <a:prstDash val="solid"/>
                      <a:round/>
                      <a:headEnd type="none" w="med" len="med"/>
                      <a:tailEnd type="none" w="med" len="med"/>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tc>
                  <a:txBody>
                    <a:bodyPr/>
                    <a:lstStyle/>
                    <a:p>
                      <a:pPr algn="r" fontAlgn="b"/>
                      <a:r>
                        <a:rPr lang="en-IN" sz="1100" b="0" i="0" u="none" strike="noStrike">
                          <a:solidFill>
                            <a:srgbClr val="000000"/>
                          </a:solidFill>
                          <a:effectLst/>
                          <a:latin typeface="Aptos Narrow" panose="020B0004020202020204" pitchFamily="34" charset="0"/>
                        </a:rPr>
                        <a:t>308</a:t>
                      </a:r>
                    </a:p>
                  </a:txBody>
                  <a:tcPr marL="7620" marR="7620" marT="7620" marB="0" anchor="b">
                    <a:lnL>
                      <a:noFill/>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tc>
                  <a:txBody>
                    <a:bodyPr/>
                    <a:lstStyle/>
                    <a:p>
                      <a:pPr algn="l" fontAlgn="b"/>
                      <a:r>
                        <a:rPr lang="en-IN" sz="1100" b="0" i="0" u="none" strike="noStrike">
                          <a:solidFill>
                            <a:srgbClr val="000000"/>
                          </a:solidFill>
                          <a:effectLst/>
                          <a:latin typeface="Aptos Narrow" panose="020B0004020202020204" pitchFamily="34" charset="0"/>
                        </a:rPr>
                        <a:t>Medium</a:t>
                      </a:r>
                    </a:p>
                  </a:txBody>
                  <a:tcPr marL="7620" marR="7620" marT="7620" marB="0" anchor="b">
                    <a:lnL>
                      <a:noFill/>
                    </a:lnL>
                    <a:lnR w="6350" cap="flat" cmpd="sng" algn="ctr">
                      <a:solidFill>
                        <a:srgbClr val="47D359"/>
                      </a:solidFill>
                      <a:prstDash val="solid"/>
                      <a:round/>
                      <a:headEnd type="none" w="med" len="med"/>
                      <a:tailEnd type="none" w="med" len="med"/>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extLst>
                  <a:ext uri="{0D108BD9-81ED-4DB2-BD59-A6C34878D82A}">
                    <a16:rowId xmlns:a16="http://schemas.microsoft.com/office/drawing/2014/main" val="3053443151"/>
                  </a:ext>
                </a:extLst>
              </a:tr>
              <a:tr h="202632">
                <a:tc>
                  <a:txBody>
                    <a:bodyPr/>
                    <a:lstStyle/>
                    <a:p>
                      <a:pPr algn="r" fontAlgn="b"/>
                      <a:r>
                        <a:rPr lang="en-IN" sz="1100" b="0" i="0" u="none" strike="noStrike">
                          <a:solidFill>
                            <a:srgbClr val="000000"/>
                          </a:solidFill>
                          <a:effectLst/>
                          <a:latin typeface="Aptos Narrow" panose="020B0004020202020204" pitchFamily="34" charset="0"/>
                        </a:rPr>
                        <a:t>8</a:t>
                      </a:r>
                    </a:p>
                  </a:txBody>
                  <a:tcPr marL="7620" marR="7620" marT="7620" marB="0" anchor="b">
                    <a:lnL w="6350" cap="flat" cmpd="sng" algn="ctr">
                      <a:solidFill>
                        <a:srgbClr val="47D359"/>
                      </a:solidFill>
                      <a:prstDash val="solid"/>
                      <a:round/>
                      <a:headEnd type="none" w="med" len="med"/>
                      <a:tailEnd type="none" w="med" len="med"/>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398</a:t>
                      </a:r>
                    </a:p>
                  </a:txBody>
                  <a:tcPr marL="7620" marR="7620" marT="7620" marB="0" anchor="b">
                    <a:lnL>
                      <a:noFill/>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High</a:t>
                      </a:r>
                    </a:p>
                  </a:txBody>
                  <a:tcPr marL="7620" marR="7620" marT="7620" marB="0" anchor="b">
                    <a:lnL>
                      <a:noFill/>
                    </a:lnL>
                    <a:lnR w="6350" cap="flat" cmpd="sng" algn="ctr">
                      <a:solidFill>
                        <a:srgbClr val="47D359"/>
                      </a:solidFill>
                      <a:prstDash val="solid"/>
                      <a:round/>
                      <a:headEnd type="none" w="med" len="med"/>
                      <a:tailEnd type="none" w="med" len="med"/>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extLst>
                  <a:ext uri="{0D108BD9-81ED-4DB2-BD59-A6C34878D82A}">
                    <a16:rowId xmlns:a16="http://schemas.microsoft.com/office/drawing/2014/main" val="2966697525"/>
                  </a:ext>
                </a:extLst>
              </a:tr>
              <a:tr h="202632">
                <a:tc>
                  <a:txBody>
                    <a:bodyPr/>
                    <a:lstStyle/>
                    <a:p>
                      <a:pPr algn="r" fontAlgn="b"/>
                      <a:r>
                        <a:rPr lang="en-IN" sz="1100" b="0" i="0" u="none" strike="noStrike">
                          <a:solidFill>
                            <a:srgbClr val="000000"/>
                          </a:solidFill>
                          <a:effectLst/>
                          <a:latin typeface="Aptos Narrow" panose="020B0004020202020204" pitchFamily="34" charset="0"/>
                        </a:rPr>
                        <a:t>9</a:t>
                      </a:r>
                    </a:p>
                  </a:txBody>
                  <a:tcPr marL="7620" marR="7620" marT="7620" marB="0" anchor="b">
                    <a:lnL w="6350" cap="flat" cmpd="sng" algn="ctr">
                      <a:solidFill>
                        <a:srgbClr val="47D359"/>
                      </a:solidFill>
                      <a:prstDash val="solid"/>
                      <a:round/>
                      <a:headEnd type="none" w="med" len="med"/>
                      <a:tailEnd type="none" w="med" len="med"/>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tc>
                  <a:txBody>
                    <a:bodyPr/>
                    <a:lstStyle/>
                    <a:p>
                      <a:pPr algn="r" fontAlgn="b"/>
                      <a:r>
                        <a:rPr lang="en-IN" sz="1100" b="0" i="0" u="none" strike="noStrike">
                          <a:solidFill>
                            <a:srgbClr val="000000"/>
                          </a:solidFill>
                          <a:effectLst/>
                          <a:latin typeface="Aptos Narrow" panose="020B0004020202020204" pitchFamily="34" charset="0"/>
                        </a:rPr>
                        <a:t>293</a:t>
                      </a:r>
                    </a:p>
                  </a:txBody>
                  <a:tcPr marL="7620" marR="7620" marT="7620" marB="0" anchor="b">
                    <a:lnL>
                      <a:noFill/>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tc>
                  <a:txBody>
                    <a:bodyPr/>
                    <a:lstStyle/>
                    <a:p>
                      <a:pPr algn="l" fontAlgn="b"/>
                      <a:r>
                        <a:rPr lang="en-IN" sz="1100" b="0" i="0" u="none" strike="noStrike">
                          <a:solidFill>
                            <a:srgbClr val="000000"/>
                          </a:solidFill>
                          <a:effectLst/>
                          <a:latin typeface="Aptos Narrow" panose="020B0004020202020204" pitchFamily="34" charset="0"/>
                        </a:rPr>
                        <a:t>Low</a:t>
                      </a:r>
                    </a:p>
                  </a:txBody>
                  <a:tcPr marL="7620" marR="7620" marT="7620" marB="0" anchor="b">
                    <a:lnL>
                      <a:noFill/>
                    </a:lnL>
                    <a:lnR w="6350" cap="flat" cmpd="sng" algn="ctr">
                      <a:solidFill>
                        <a:srgbClr val="47D359"/>
                      </a:solidFill>
                      <a:prstDash val="solid"/>
                      <a:round/>
                      <a:headEnd type="none" w="med" len="med"/>
                      <a:tailEnd type="none" w="med" len="med"/>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extLst>
                  <a:ext uri="{0D108BD9-81ED-4DB2-BD59-A6C34878D82A}">
                    <a16:rowId xmlns:a16="http://schemas.microsoft.com/office/drawing/2014/main" val="2929616777"/>
                  </a:ext>
                </a:extLst>
              </a:tr>
              <a:tr h="202632">
                <a:tc>
                  <a:txBody>
                    <a:bodyPr/>
                    <a:lstStyle/>
                    <a:p>
                      <a:pPr algn="r" fontAlgn="b"/>
                      <a:r>
                        <a:rPr lang="en-IN" sz="1100" b="0" i="0" u="none" strike="noStrike">
                          <a:solidFill>
                            <a:srgbClr val="000000"/>
                          </a:solidFill>
                          <a:effectLst/>
                          <a:latin typeface="Aptos Narrow" panose="020B0004020202020204" pitchFamily="34" charset="0"/>
                        </a:rPr>
                        <a:t>10</a:t>
                      </a:r>
                    </a:p>
                  </a:txBody>
                  <a:tcPr marL="7620" marR="7620" marT="7620" marB="0" anchor="b">
                    <a:lnL w="6350" cap="flat" cmpd="sng" algn="ctr">
                      <a:solidFill>
                        <a:srgbClr val="47D359"/>
                      </a:solidFill>
                      <a:prstDash val="solid"/>
                      <a:round/>
                      <a:headEnd type="none" w="med" len="med"/>
                      <a:tailEnd type="none" w="med" len="med"/>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309</a:t>
                      </a:r>
                    </a:p>
                  </a:txBody>
                  <a:tcPr marL="7620" marR="7620" marT="7620" marB="0" anchor="b">
                    <a:lnL>
                      <a:noFill/>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Medium</a:t>
                      </a:r>
                    </a:p>
                  </a:txBody>
                  <a:tcPr marL="7620" marR="7620" marT="7620" marB="0" anchor="b">
                    <a:lnL>
                      <a:noFill/>
                    </a:lnL>
                    <a:lnR w="6350" cap="flat" cmpd="sng" algn="ctr">
                      <a:solidFill>
                        <a:srgbClr val="47D359"/>
                      </a:solidFill>
                      <a:prstDash val="solid"/>
                      <a:round/>
                      <a:headEnd type="none" w="med" len="med"/>
                      <a:tailEnd type="none" w="med" len="med"/>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extLst>
                  <a:ext uri="{0D108BD9-81ED-4DB2-BD59-A6C34878D82A}">
                    <a16:rowId xmlns:a16="http://schemas.microsoft.com/office/drawing/2014/main" val="1312423727"/>
                  </a:ext>
                </a:extLst>
              </a:tr>
              <a:tr h="202632">
                <a:tc>
                  <a:txBody>
                    <a:bodyPr/>
                    <a:lstStyle/>
                    <a:p>
                      <a:pPr algn="r" fontAlgn="b"/>
                      <a:r>
                        <a:rPr lang="en-IN" sz="1100" b="0" i="0" u="none" strike="noStrike">
                          <a:solidFill>
                            <a:srgbClr val="000000"/>
                          </a:solidFill>
                          <a:effectLst/>
                          <a:latin typeface="Aptos Narrow" panose="020B0004020202020204" pitchFamily="34" charset="0"/>
                        </a:rPr>
                        <a:t>11</a:t>
                      </a:r>
                    </a:p>
                  </a:txBody>
                  <a:tcPr marL="7620" marR="7620" marT="7620" marB="0" anchor="b">
                    <a:lnL w="6350" cap="flat" cmpd="sng" algn="ctr">
                      <a:solidFill>
                        <a:srgbClr val="47D359"/>
                      </a:solidFill>
                      <a:prstDash val="solid"/>
                      <a:round/>
                      <a:headEnd type="none" w="med" len="med"/>
                      <a:tailEnd type="none" w="med" len="med"/>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tc>
                  <a:txBody>
                    <a:bodyPr/>
                    <a:lstStyle/>
                    <a:p>
                      <a:pPr algn="r" fontAlgn="b"/>
                      <a:r>
                        <a:rPr lang="en-IN" sz="1100" b="0" i="0" u="none" strike="noStrike">
                          <a:solidFill>
                            <a:srgbClr val="000000"/>
                          </a:solidFill>
                          <a:effectLst/>
                          <a:latin typeface="Aptos Narrow" panose="020B0004020202020204" pitchFamily="34" charset="0"/>
                        </a:rPr>
                        <a:t>324</a:t>
                      </a:r>
                    </a:p>
                  </a:txBody>
                  <a:tcPr marL="7620" marR="7620" marT="7620" marB="0" anchor="b">
                    <a:lnL>
                      <a:noFill/>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tc>
                  <a:txBody>
                    <a:bodyPr/>
                    <a:lstStyle/>
                    <a:p>
                      <a:pPr algn="l" fontAlgn="b"/>
                      <a:r>
                        <a:rPr lang="en-IN" sz="1100" b="0" i="0" u="none" strike="noStrike">
                          <a:solidFill>
                            <a:srgbClr val="000000"/>
                          </a:solidFill>
                          <a:effectLst/>
                          <a:latin typeface="Aptos Narrow" panose="020B0004020202020204" pitchFamily="34" charset="0"/>
                        </a:rPr>
                        <a:t>Medium</a:t>
                      </a:r>
                    </a:p>
                  </a:txBody>
                  <a:tcPr marL="7620" marR="7620" marT="7620" marB="0" anchor="b">
                    <a:lnL>
                      <a:noFill/>
                    </a:lnL>
                    <a:lnR w="6350" cap="flat" cmpd="sng" algn="ctr">
                      <a:solidFill>
                        <a:srgbClr val="47D359"/>
                      </a:solidFill>
                      <a:prstDash val="solid"/>
                      <a:round/>
                      <a:headEnd type="none" w="med" len="med"/>
                      <a:tailEnd type="none" w="med" len="med"/>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extLst>
                  <a:ext uri="{0D108BD9-81ED-4DB2-BD59-A6C34878D82A}">
                    <a16:rowId xmlns:a16="http://schemas.microsoft.com/office/drawing/2014/main" val="2798323467"/>
                  </a:ext>
                </a:extLst>
              </a:tr>
              <a:tr h="202632">
                <a:tc>
                  <a:txBody>
                    <a:bodyPr/>
                    <a:lstStyle/>
                    <a:p>
                      <a:pPr algn="r" fontAlgn="b"/>
                      <a:r>
                        <a:rPr lang="en-IN" sz="1100" b="0" i="0" u="none" strike="noStrike">
                          <a:solidFill>
                            <a:srgbClr val="000000"/>
                          </a:solidFill>
                          <a:effectLst/>
                          <a:latin typeface="Aptos Narrow" panose="020B0004020202020204" pitchFamily="34" charset="0"/>
                        </a:rPr>
                        <a:t>12</a:t>
                      </a:r>
                    </a:p>
                  </a:txBody>
                  <a:tcPr marL="7620" marR="7620" marT="7620" marB="0" anchor="b">
                    <a:lnL w="6350" cap="flat" cmpd="sng" algn="ctr">
                      <a:solidFill>
                        <a:srgbClr val="47D359"/>
                      </a:solidFill>
                      <a:prstDash val="solid"/>
                      <a:round/>
                      <a:headEnd type="none" w="med" len="med"/>
                      <a:tailEnd type="none" w="med" len="med"/>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329</a:t>
                      </a:r>
                    </a:p>
                  </a:txBody>
                  <a:tcPr marL="7620" marR="7620" marT="7620" marB="0" anchor="b">
                    <a:lnL>
                      <a:noFill/>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Medium</a:t>
                      </a:r>
                    </a:p>
                  </a:txBody>
                  <a:tcPr marL="7620" marR="7620" marT="7620" marB="0" anchor="b">
                    <a:lnL>
                      <a:noFill/>
                    </a:lnL>
                    <a:lnR w="6350" cap="flat" cmpd="sng" algn="ctr">
                      <a:solidFill>
                        <a:srgbClr val="47D359"/>
                      </a:solidFill>
                      <a:prstDash val="solid"/>
                      <a:round/>
                      <a:headEnd type="none" w="med" len="med"/>
                      <a:tailEnd type="none" w="med" len="med"/>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extLst>
                  <a:ext uri="{0D108BD9-81ED-4DB2-BD59-A6C34878D82A}">
                    <a16:rowId xmlns:a16="http://schemas.microsoft.com/office/drawing/2014/main" val="667605055"/>
                  </a:ext>
                </a:extLst>
              </a:tr>
              <a:tr h="202632">
                <a:tc>
                  <a:txBody>
                    <a:bodyPr/>
                    <a:lstStyle/>
                    <a:p>
                      <a:pPr algn="r" fontAlgn="b"/>
                      <a:r>
                        <a:rPr lang="en-IN" sz="1100" b="0" i="0" u="none" strike="noStrike">
                          <a:solidFill>
                            <a:srgbClr val="000000"/>
                          </a:solidFill>
                          <a:effectLst/>
                          <a:latin typeface="Aptos Narrow" panose="020B0004020202020204" pitchFamily="34" charset="0"/>
                        </a:rPr>
                        <a:t>13</a:t>
                      </a:r>
                    </a:p>
                  </a:txBody>
                  <a:tcPr marL="7620" marR="7620" marT="7620" marB="0" anchor="b">
                    <a:lnL w="6350" cap="flat" cmpd="sng" algn="ctr">
                      <a:solidFill>
                        <a:srgbClr val="47D359"/>
                      </a:solidFill>
                      <a:prstDash val="solid"/>
                      <a:round/>
                      <a:headEnd type="none" w="med" len="med"/>
                      <a:tailEnd type="none" w="med" len="med"/>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tc>
                  <a:txBody>
                    <a:bodyPr/>
                    <a:lstStyle/>
                    <a:p>
                      <a:pPr algn="r" fontAlgn="b"/>
                      <a:r>
                        <a:rPr lang="en-IN" sz="1100" b="0" i="0" u="none" strike="noStrike">
                          <a:solidFill>
                            <a:srgbClr val="000000"/>
                          </a:solidFill>
                          <a:effectLst/>
                          <a:latin typeface="Aptos Narrow" panose="020B0004020202020204" pitchFamily="34" charset="0"/>
                        </a:rPr>
                        <a:t>319</a:t>
                      </a:r>
                    </a:p>
                  </a:txBody>
                  <a:tcPr marL="7620" marR="7620" marT="7620" marB="0" anchor="b">
                    <a:lnL>
                      <a:noFill/>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tc>
                  <a:txBody>
                    <a:bodyPr/>
                    <a:lstStyle/>
                    <a:p>
                      <a:pPr algn="l" fontAlgn="b"/>
                      <a:r>
                        <a:rPr lang="en-IN" sz="1100" b="0" i="0" u="none" strike="noStrike">
                          <a:solidFill>
                            <a:srgbClr val="000000"/>
                          </a:solidFill>
                          <a:effectLst/>
                          <a:latin typeface="Aptos Narrow" panose="020B0004020202020204" pitchFamily="34" charset="0"/>
                        </a:rPr>
                        <a:t>Medium</a:t>
                      </a:r>
                    </a:p>
                  </a:txBody>
                  <a:tcPr marL="7620" marR="7620" marT="7620" marB="0" anchor="b">
                    <a:lnL>
                      <a:noFill/>
                    </a:lnL>
                    <a:lnR w="6350" cap="flat" cmpd="sng" algn="ctr">
                      <a:solidFill>
                        <a:srgbClr val="47D359"/>
                      </a:solidFill>
                      <a:prstDash val="solid"/>
                      <a:round/>
                      <a:headEnd type="none" w="med" len="med"/>
                      <a:tailEnd type="none" w="med" len="med"/>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extLst>
                  <a:ext uri="{0D108BD9-81ED-4DB2-BD59-A6C34878D82A}">
                    <a16:rowId xmlns:a16="http://schemas.microsoft.com/office/drawing/2014/main" val="3899465914"/>
                  </a:ext>
                </a:extLst>
              </a:tr>
              <a:tr h="202632">
                <a:tc>
                  <a:txBody>
                    <a:bodyPr/>
                    <a:lstStyle/>
                    <a:p>
                      <a:pPr algn="r" fontAlgn="b"/>
                      <a:r>
                        <a:rPr lang="en-IN" sz="1100" b="0" i="0" u="none" strike="noStrike">
                          <a:solidFill>
                            <a:srgbClr val="000000"/>
                          </a:solidFill>
                          <a:effectLst/>
                          <a:latin typeface="Aptos Narrow" panose="020B0004020202020204" pitchFamily="34" charset="0"/>
                        </a:rPr>
                        <a:t>14</a:t>
                      </a:r>
                    </a:p>
                  </a:txBody>
                  <a:tcPr marL="7620" marR="7620" marT="7620" marB="0" anchor="b">
                    <a:lnL w="6350" cap="flat" cmpd="sng" algn="ctr">
                      <a:solidFill>
                        <a:srgbClr val="47D359"/>
                      </a:solidFill>
                      <a:prstDash val="solid"/>
                      <a:round/>
                      <a:headEnd type="none" w="med" len="med"/>
                      <a:tailEnd type="none" w="med" len="med"/>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319</a:t>
                      </a:r>
                    </a:p>
                  </a:txBody>
                  <a:tcPr marL="7620" marR="7620" marT="7620" marB="0" anchor="b">
                    <a:lnL>
                      <a:noFill/>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Medium</a:t>
                      </a:r>
                    </a:p>
                  </a:txBody>
                  <a:tcPr marL="7620" marR="7620" marT="7620" marB="0" anchor="b">
                    <a:lnL>
                      <a:noFill/>
                    </a:lnL>
                    <a:lnR w="6350" cap="flat" cmpd="sng" algn="ctr">
                      <a:solidFill>
                        <a:srgbClr val="47D359"/>
                      </a:solidFill>
                      <a:prstDash val="solid"/>
                      <a:round/>
                      <a:headEnd type="none" w="med" len="med"/>
                      <a:tailEnd type="none" w="med" len="med"/>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noFill/>
                  </a:tcPr>
                </a:tc>
                <a:extLst>
                  <a:ext uri="{0D108BD9-81ED-4DB2-BD59-A6C34878D82A}">
                    <a16:rowId xmlns:a16="http://schemas.microsoft.com/office/drawing/2014/main" val="3168016598"/>
                  </a:ext>
                </a:extLst>
              </a:tr>
              <a:tr h="202632">
                <a:tc>
                  <a:txBody>
                    <a:bodyPr/>
                    <a:lstStyle/>
                    <a:p>
                      <a:pPr algn="r" fontAlgn="b"/>
                      <a:r>
                        <a:rPr lang="en-IN" sz="1100" b="0" i="0" u="none" strike="noStrike">
                          <a:solidFill>
                            <a:srgbClr val="000000"/>
                          </a:solidFill>
                          <a:effectLst/>
                          <a:latin typeface="Aptos Narrow" panose="020B0004020202020204" pitchFamily="34" charset="0"/>
                        </a:rPr>
                        <a:t>15</a:t>
                      </a:r>
                    </a:p>
                  </a:txBody>
                  <a:tcPr marL="7620" marR="7620" marT="7620" marB="0" anchor="b">
                    <a:lnL w="6350" cap="flat" cmpd="sng" algn="ctr">
                      <a:solidFill>
                        <a:srgbClr val="47D359"/>
                      </a:solidFill>
                      <a:prstDash val="solid"/>
                      <a:round/>
                      <a:headEnd type="none" w="med" len="med"/>
                      <a:tailEnd type="none" w="med" len="med"/>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tc>
                  <a:txBody>
                    <a:bodyPr/>
                    <a:lstStyle/>
                    <a:p>
                      <a:pPr algn="r" fontAlgn="b"/>
                      <a:r>
                        <a:rPr lang="en-IN" sz="1100" b="0" i="0" u="none" strike="noStrike">
                          <a:solidFill>
                            <a:srgbClr val="000000"/>
                          </a:solidFill>
                          <a:effectLst/>
                          <a:latin typeface="Aptos Narrow" panose="020B0004020202020204" pitchFamily="34" charset="0"/>
                        </a:rPr>
                        <a:t>344</a:t>
                      </a:r>
                    </a:p>
                  </a:txBody>
                  <a:tcPr marL="7620" marR="7620" marT="7620" marB="0" anchor="b">
                    <a:lnL>
                      <a:noFill/>
                    </a:lnL>
                    <a:lnR>
                      <a:noFill/>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tc>
                  <a:txBody>
                    <a:bodyPr/>
                    <a:lstStyle/>
                    <a:p>
                      <a:pPr algn="l" fontAlgn="b"/>
                      <a:r>
                        <a:rPr lang="en-IN" sz="1100" b="0" i="0" u="none" strike="noStrike" dirty="0">
                          <a:solidFill>
                            <a:srgbClr val="000000"/>
                          </a:solidFill>
                          <a:effectLst/>
                          <a:latin typeface="Aptos Narrow" panose="020B0004020202020204" pitchFamily="34" charset="0"/>
                        </a:rPr>
                        <a:t>High</a:t>
                      </a:r>
                    </a:p>
                  </a:txBody>
                  <a:tcPr marL="7620" marR="7620" marT="7620" marB="0" anchor="b">
                    <a:lnL>
                      <a:noFill/>
                    </a:lnL>
                    <a:lnR w="6350" cap="flat" cmpd="sng" algn="ctr">
                      <a:solidFill>
                        <a:srgbClr val="47D359"/>
                      </a:solidFill>
                      <a:prstDash val="solid"/>
                      <a:round/>
                      <a:headEnd type="none" w="med" len="med"/>
                      <a:tailEnd type="none" w="med" len="med"/>
                    </a:lnR>
                    <a:lnT w="6350" cap="flat" cmpd="sng" algn="ctr">
                      <a:solidFill>
                        <a:srgbClr val="47D359"/>
                      </a:solidFill>
                      <a:prstDash val="solid"/>
                      <a:round/>
                      <a:headEnd type="none" w="med" len="med"/>
                      <a:tailEnd type="none" w="med" len="med"/>
                    </a:lnT>
                    <a:lnB w="6350" cap="flat" cmpd="sng" algn="ctr">
                      <a:solidFill>
                        <a:srgbClr val="47D359"/>
                      </a:solidFill>
                      <a:prstDash val="solid"/>
                      <a:round/>
                      <a:headEnd type="none" w="med" len="med"/>
                      <a:tailEnd type="none" w="med" len="med"/>
                    </a:lnB>
                    <a:solidFill>
                      <a:srgbClr val="C1F0C8"/>
                    </a:solidFill>
                  </a:tcPr>
                </a:tc>
                <a:extLst>
                  <a:ext uri="{0D108BD9-81ED-4DB2-BD59-A6C34878D82A}">
                    <a16:rowId xmlns:a16="http://schemas.microsoft.com/office/drawing/2014/main" val="4159648227"/>
                  </a:ext>
                </a:extLst>
              </a:tr>
            </a:tbl>
          </a:graphicData>
        </a:graphic>
      </p:graphicFrame>
      <p:sp>
        <p:nvSpPr>
          <p:cNvPr id="4" name="TextBox 3">
            <a:extLst>
              <a:ext uri="{FF2B5EF4-FFF2-40B4-BE49-F238E27FC236}">
                <a16:creationId xmlns:a16="http://schemas.microsoft.com/office/drawing/2014/main" id="{E44C92D9-3312-521D-A8D2-00FD860D888F}"/>
              </a:ext>
            </a:extLst>
          </p:cNvPr>
          <p:cNvSpPr txBox="1"/>
          <p:nvPr/>
        </p:nvSpPr>
        <p:spPr>
          <a:xfrm>
            <a:off x="277705" y="4370238"/>
            <a:ext cx="6108569" cy="1754326"/>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Customer segmentation done by running cases SQL queries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By using cases segmented average purchase value of each customer of customer id into high , medium and low</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Most of customer are medium range while customer_id = 1 is highest while customer_id = 4 is lowest</a:t>
            </a:r>
          </a:p>
          <a:p>
            <a:pPr marL="285750" indent="-285750">
              <a:buFont typeface="Arial" panose="020B0604020202020204" pitchFamily="34" charset="0"/>
              <a:buChar char="•"/>
            </a:pPr>
            <a:endParaRPr lang="en-IN" dirty="0"/>
          </a:p>
        </p:txBody>
      </p:sp>
      <p:sp>
        <p:nvSpPr>
          <p:cNvPr id="7" name="TextBox 6">
            <a:extLst>
              <a:ext uri="{FF2B5EF4-FFF2-40B4-BE49-F238E27FC236}">
                <a16:creationId xmlns:a16="http://schemas.microsoft.com/office/drawing/2014/main" id="{F0B75ADB-9D30-033D-ABDF-4EDD1908C079}"/>
              </a:ext>
            </a:extLst>
          </p:cNvPr>
          <p:cNvSpPr txBox="1"/>
          <p:nvPr/>
        </p:nvSpPr>
        <p:spPr>
          <a:xfrm>
            <a:off x="6703629" y="4380070"/>
            <a:ext cx="5210666" cy="646331"/>
          </a:xfrm>
          <a:prstGeom prst="rect">
            <a:avLst/>
          </a:prstGeom>
          <a:noFill/>
        </p:spPr>
        <p:txBody>
          <a:bodyPr wrap="square">
            <a:spAutoFit/>
          </a:bodyPr>
          <a:lstStyle/>
          <a:p>
            <a:r>
              <a:rPr lang="en-IN" sz="1800" dirty="0">
                <a:latin typeface="Times New Roman" panose="02020603050405020304" pitchFamily="18" charset="0"/>
                <a:cs typeface="Times New Roman" panose="02020603050405020304" pitchFamily="18" charset="0"/>
              </a:rPr>
              <a:t>By running main SQL query we get above result table  which is formatted in excel for visual appealing look</a:t>
            </a:r>
          </a:p>
        </p:txBody>
      </p:sp>
    </p:spTree>
    <p:extLst>
      <p:ext uri="{BB962C8B-B14F-4D97-AF65-F5344CB8AC3E}">
        <p14:creationId xmlns:p14="http://schemas.microsoft.com/office/powerpoint/2010/main" val="1831541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190B225-4705-62E9-CA04-E7DE7A9D443B}"/>
              </a:ext>
            </a:extLst>
          </p:cNvPr>
          <p:cNvSpPr>
            <a:spLocks noGrp="1"/>
          </p:cNvSpPr>
          <p:nvPr>
            <p:ph idx="1"/>
          </p:nvPr>
        </p:nvSpPr>
        <p:spPr>
          <a:xfrm>
            <a:off x="1006660" y="467607"/>
            <a:ext cx="10175630" cy="673693"/>
          </a:xfrm>
        </p:spPr>
        <p:txBody>
          <a:bodyPr anchor="ctr">
            <a:normAutofit/>
          </a:bodyPr>
          <a:lstStyle/>
          <a:p>
            <a:pPr marL="0" indent="0" algn="ctr">
              <a:buNone/>
            </a:pPr>
            <a:r>
              <a:rPr lang="en-IN" sz="2000" dirty="0"/>
              <a:t>Task 4</a:t>
            </a:r>
          </a:p>
        </p:txBody>
      </p:sp>
      <p:graphicFrame>
        <p:nvGraphicFramePr>
          <p:cNvPr id="4" name="Chart 3">
            <a:extLst>
              <a:ext uri="{FF2B5EF4-FFF2-40B4-BE49-F238E27FC236}">
                <a16:creationId xmlns:a16="http://schemas.microsoft.com/office/drawing/2014/main" id="{83B2215C-BC6C-4816-B8CF-D47442A88546}"/>
              </a:ext>
            </a:extLst>
          </p:cNvPr>
          <p:cNvGraphicFramePr>
            <a:graphicFrameLocks/>
          </p:cNvGraphicFramePr>
          <p:nvPr>
            <p:extLst>
              <p:ext uri="{D42A27DB-BD31-4B8C-83A1-F6EECF244321}">
                <p14:modId xmlns:p14="http://schemas.microsoft.com/office/powerpoint/2010/main" val="2612674361"/>
              </p:ext>
            </p:extLst>
          </p:nvPr>
        </p:nvGraphicFramePr>
        <p:xfrm>
          <a:off x="836677" y="1141300"/>
          <a:ext cx="10515595" cy="389939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28FED5E8-6864-1A97-D68D-416C04E7E729}"/>
              </a:ext>
            </a:extLst>
          </p:cNvPr>
          <p:cNvSpPr txBox="1"/>
          <p:nvPr/>
        </p:nvSpPr>
        <p:spPr>
          <a:xfrm>
            <a:off x="1866506" y="5161784"/>
            <a:ext cx="8125905" cy="1477328"/>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This chart is based upon table which created by running SQL queries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Both query and table screenshot mention in next slide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This chart is showing Anomalies in Sales Transactions , as you can see point which are much far away from average product line sales in both negative and positive direction</a:t>
            </a:r>
          </a:p>
        </p:txBody>
      </p:sp>
    </p:spTree>
    <p:extLst>
      <p:ext uri="{BB962C8B-B14F-4D97-AF65-F5344CB8AC3E}">
        <p14:creationId xmlns:p14="http://schemas.microsoft.com/office/powerpoint/2010/main" val="539917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78C1873-5908-6F53-A1F6-9687AD9E119A}"/>
              </a:ext>
            </a:extLst>
          </p:cNvPr>
          <p:cNvPicPr>
            <a:picLocks noChangeAspect="1"/>
          </p:cNvPicPr>
          <p:nvPr/>
        </p:nvPicPr>
        <p:blipFill>
          <a:blip r:embed="rId2"/>
          <a:stretch>
            <a:fillRect/>
          </a:stretch>
        </p:blipFill>
        <p:spPr>
          <a:xfrm>
            <a:off x="-10525" y="0"/>
            <a:ext cx="6363588" cy="5744377"/>
          </a:xfrm>
          <a:prstGeom prst="rect">
            <a:avLst/>
          </a:prstGeom>
        </p:spPr>
      </p:pic>
      <p:pic>
        <p:nvPicPr>
          <p:cNvPr id="7" name="Picture 6">
            <a:extLst>
              <a:ext uri="{FF2B5EF4-FFF2-40B4-BE49-F238E27FC236}">
                <a16:creationId xmlns:a16="http://schemas.microsoft.com/office/drawing/2014/main" id="{7C57BB81-4E56-B5CE-E115-65F2F332DB0B}"/>
              </a:ext>
            </a:extLst>
          </p:cNvPr>
          <p:cNvPicPr>
            <a:picLocks noChangeAspect="1"/>
          </p:cNvPicPr>
          <p:nvPr/>
        </p:nvPicPr>
        <p:blipFill>
          <a:blip r:embed="rId3"/>
          <a:stretch>
            <a:fillRect/>
          </a:stretch>
        </p:blipFill>
        <p:spPr>
          <a:xfrm>
            <a:off x="6363589" y="110532"/>
            <a:ext cx="5828412" cy="3219899"/>
          </a:xfrm>
          <a:prstGeom prst="rect">
            <a:avLst/>
          </a:prstGeom>
        </p:spPr>
      </p:pic>
      <p:pic>
        <p:nvPicPr>
          <p:cNvPr id="9" name="Picture 8">
            <a:extLst>
              <a:ext uri="{FF2B5EF4-FFF2-40B4-BE49-F238E27FC236}">
                <a16:creationId xmlns:a16="http://schemas.microsoft.com/office/drawing/2014/main" id="{4CB1288C-16A3-FA05-8A5C-8818D5E7E6B2}"/>
              </a:ext>
            </a:extLst>
          </p:cNvPr>
          <p:cNvPicPr>
            <a:picLocks noChangeAspect="1"/>
          </p:cNvPicPr>
          <p:nvPr/>
        </p:nvPicPr>
        <p:blipFill>
          <a:blip r:embed="rId4"/>
          <a:stretch>
            <a:fillRect/>
          </a:stretch>
        </p:blipFill>
        <p:spPr>
          <a:xfrm>
            <a:off x="6530736" y="3527570"/>
            <a:ext cx="3172268" cy="752580"/>
          </a:xfrm>
          <a:prstGeom prst="rect">
            <a:avLst/>
          </a:prstGeom>
        </p:spPr>
      </p:pic>
      <p:graphicFrame>
        <p:nvGraphicFramePr>
          <p:cNvPr id="17" name="Table 16">
            <a:extLst>
              <a:ext uri="{FF2B5EF4-FFF2-40B4-BE49-F238E27FC236}">
                <a16:creationId xmlns:a16="http://schemas.microsoft.com/office/drawing/2014/main" id="{8F14208A-43B0-7713-F863-1169BEDA1CD9}"/>
              </a:ext>
            </a:extLst>
          </p:cNvPr>
          <p:cNvGraphicFramePr>
            <a:graphicFrameLocks noGrp="1"/>
          </p:cNvGraphicFramePr>
          <p:nvPr>
            <p:extLst>
              <p:ext uri="{D42A27DB-BD31-4B8C-83A1-F6EECF244321}">
                <p14:modId xmlns:p14="http://schemas.microsoft.com/office/powerpoint/2010/main" val="2546239022"/>
              </p:ext>
            </p:extLst>
          </p:nvPr>
        </p:nvGraphicFramePr>
        <p:xfrm>
          <a:off x="8920560" y="4612242"/>
          <a:ext cx="2362200" cy="525780"/>
        </p:xfrm>
        <a:graphic>
          <a:graphicData uri="http://schemas.openxmlformats.org/drawingml/2006/table">
            <a:tbl>
              <a:tblPr>
                <a:tableStyleId>{5C22544A-7EE6-4342-B048-85BDC9FD1C3A}</a:tableStyleId>
              </a:tblPr>
              <a:tblGrid>
                <a:gridCol w="1651000">
                  <a:extLst>
                    <a:ext uri="{9D8B030D-6E8A-4147-A177-3AD203B41FA5}">
                      <a16:colId xmlns:a16="http://schemas.microsoft.com/office/drawing/2014/main" val="1154914046"/>
                    </a:ext>
                  </a:extLst>
                </a:gridCol>
                <a:gridCol w="711200">
                  <a:extLst>
                    <a:ext uri="{9D8B030D-6E8A-4147-A177-3AD203B41FA5}">
                      <a16:colId xmlns:a16="http://schemas.microsoft.com/office/drawing/2014/main" val="2668114413"/>
                    </a:ext>
                  </a:extLst>
                </a:gridCol>
              </a:tblGrid>
              <a:tr h="182880">
                <a:tc>
                  <a:txBody>
                    <a:bodyPr/>
                    <a:lstStyle/>
                    <a:p>
                      <a:pPr algn="l" fontAlgn="b"/>
                      <a:r>
                        <a:rPr lang="en-IN" sz="1100" b="1" u="none" strike="noStrike" dirty="0">
                          <a:effectLst/>
                        </a:rPr>
                        <a:t>Positive Anomalies Count</a:t>
                      </a:r>
                      <a:endParaRPr lang="en-IN" sz="1100" b="1" i="0" u="none" strike="noStrike" dirty="0">
                        <a:solidFill>
                          <a:srgbClr val="FFFFFF"/>
                        </a:solidFill>
                        <a:effectLst/>
                        <a:latin typeface="Aptos Narrow" panose="020B0004020202020204" pitchFamily="34" charset="0"/>
                      </a:endParaRPr>
                    </a:p>
                  </a:txBody>
                  <a:tcPr marL="7620" marR="7620" marT="7620" marB="0" anchor="b">
                    <a:gradFill>
                      <a:gsLst>
                        <a:gs pos="65712">
                          <a:srgbClr val="82CAEB"/>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fontAlgn="b"/>
                      <a:r>
                        <a:rPr lang="en-IN" sz="1100" u="none" strike="noStrike" dirty="0">
                          <a:effectLst/>
                          <a:highlight>
                            <a:srgbClr val="FFFF00"/>
                          </a:highlight>
                        </a:rPr>
                        <a:t>98</a:t>
                      </a:r>
                      <a:endParaRPr lang="en-IN" sz="1100" b="0" i="0" u="none" strike="noStrike" dirty="0">
                        <a:solidFill>
                          <a:srgbClr val="000000"/>
                        </a:solidFill>
                        <a:effectLst/>
                        <a:highlight>
                          <a:srgbClr val="FFFF00"/>
                        </a:highlight>
                        <a:latin typeface="Aptos Narrow" panose="020B0004020202020204" pitchFamily="34" charset="0"/>
                      </a:endParaRPr>
                    </a:p>
                  </a:txBody>
                  <a:tcPr marL="7620" marR="7620" marT="7620" marB="0" anchor="b">
                    <a:gradFill>
                      <a:gsLst>
                        <a:gs pos="65712">
                          <a:srgbClr val="82CAEB"/>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570038005"/>
                  </a:ext>
                </a:extLst>
              </a:tr>
              <a:tr h="182880">
                <a:tc>
                  <a:txBody>
                    <a:bodyPr/>
                    <a:lstStyle/>
                    <a:p>
                      <a:pPr algn="l" fontAlgn="b"/>
                      <a:r>
                        <a:rPr lang="en-IN" sz="1100" b="1" u="none" strike="noStrike" dirty="0">
                          <a:effectLst/>
                        </a:rPr>
                        <a:t>Negative Anomalies Count</a:t>
                      </a:r>
                      <a:endParaRPr lang="en-IN" sz="1100" b="1" i="0" u="none" strike="noStrike" dirty="0">
                        <a:solidFill>
                          <a:srgbClr val="FFFFFF"/>
                        </a:solidFill>
                        <a:effectLst/>
                        <a:latin typeface="Aptos Narrow" panose="020B0004020202020204" pitchFamily="34" charset="0"/>
                      </a:endParaRPr>
                    </a:p>
                  </a:txBody>
                  <a:tcPr marL="7620" marR="7620" marT="7620" marB="0" anchor="b">
                    <a:gradFill>
                      <a:gsLst>
                        <a:gs pos="65712">
                          <a:srgbClr val="82CAEB"/>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fontAlgn="b"/>
                      <a:r>
                        <a:rPr lang="en-IN" sz="1100" u="none" strike="noStrike" dirty="0">
                          <a:effectLst/>
                          <a:highlight>
                            <a:srgbClr val="FFFF00"/>
                          </a:highlight>
                        </a:rPr>
                        <a:t>253</a:t>
                      </a:r>
                      <a:endParaRPr lang="en-IN" sz="1100" b="0" i="0" u="none" strike="noStrike" dirty="0">
                        <a:solidFill>
                          <a:srgbClr val="000000"/>
                        </a:solidFill>
                        <a:effectLst/>
                        <a:highlight>
                          <a:srgbClr val="FFFF00"/>
                        </a:highlight>
                        <a:latin typeface="Aptos Narrow" panose="020B0004020202020204" pitchFamily="34" charset="0"/>
                      </a:endParaRPr>
                    </a:p>
                  </a:txBody>
                  <a:tcPr marL="7620" marR="7620" marT="7620" marB="0" anchor="b">
                    <a:gradFill>
                      <a:gsLst>
                        <a:gs pos="65712">
                          <a:srgbClr val="82CAEB"/>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001703674"/>
                  </a:ext>
                </a:extLst>
              </a:tr>
            </a:tbl>
          </a:graphicData>
        </a:graphic>
      </p:graphicFrame>
      <p:sp>
        <p:nvSpPr>
          <p:cNvPr id="22" name="TextBox 21">
            <a:extLst>
              <a:ext uri="{FF2B5EF4-FFF2-40B4-BE49-F238E27FC236}">
                <a16:creationId xmlns:a16="http://schemas.microsoft.com/office/drawing/2014/main" id="{8D012317-475D-71FB-848F-00184679420F}"/>
              </a:ext>
            </a:extLst>
          </p:cNvPr>
          <p:cNvSpPr txBox="1"/>
          <p:nvPr/>
        </p:nvSpPr>
        <p:spPr>
          <a:xfrm>
            <a:off x="-10525" y="5876326"/>
            <a:ext cx="7071693" cy="646331"/>
          </a:xfrm>
          <a:prstGeom prst="rect">
            <a:avLst/>
          </a:prstGeom>
          <a:noFill/>
        </p:spPr>
        <p:txBody>
          <a:bodyPr wrap="square">
            <a:spAutoFit/>
          </a:bodyPr>
          <a:lstStyle/>
          <a:p>
            <a:r>
              <a:rPr lang="en-IN" sz="1800" dirty="0">
                <a:latin typeface="Times New Roman" panose="02020603050405020304" pitchFamily="18" charset="0"/>
                <a:cs typeface="Times New Roman" panose="02020603050405020304" pitchFamily="18" charset="0"/>
              </a:rPr>
              <a:t>By running main SQL query excel formatting we get above result table  </a:t>
            </a:r>
            <a:r>
              <a:rPr lang="en-IN" dirty="0">
                <a:latin typeface="Times New Roman" panose="02020603050405020304" pitchFamily="18" charset="0"/>
                <a:cs typeface="Times New Roman" panose="02020603050405020304" pitchFamily="18" charset="0"/>
              </a:rPr>
              <a:t>but it has large amount of rows so only screenshot of initial part of table</a:t>
            </a:r>
            <a:endParaRPr lang="en-IN" sz="18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6E4AA2A2-0319-DABF-73C9-DA77F6DC371F}"/>
              </a:ext>
            </a:extLst>
          </p:cNvPr>
          <p:cNvSpPr txBox="1"/>
          <p:nvPr/>
        </p:nvSpPr>
        <p:spPr>
          <a:xfrm>
            <a:off x="7114635" y="5190379"/>
            <a:ext cx="4842442" cy="784830"/>
          </a:xfrm>
          <a:prstGeom prst="rect">
            <a:avLst/>
          </a:prstGeom>
          <a:noFill/>
        </p:spPr>
        <p:txBody>
          <a:bodyPr wrap="square">
            <a:spAutoFit/>
          </a:bodyPr>
          <a:lstStyle/>
          <a:p>
            <a:r>
              <a:rPr lang="en-IN" sz="1500" dirty="0">
                <a:latin typeface="Times New Roman" panose="02020603050405020304" pitchFamily="18" charset="0"/>
                <a:cs typeface="Times New Roman" panose="02020603050405020304" pitchFamily="18" charset="0"/>
              </a:rPr>
              <a:t>Positive anomalies count=anomalies behaviour above 400</a:t>
            </a:r>
          </a:p>
          <a:p>
            <a:r>
              <a:rPr lang="en-IN" sz="1500" dirty="0">
                <a:latin typeface="Times New Roman" panose="02020603050405020304" pitchFamily="18" charset="0"/>
                <a:cs typeface="Times New Roman" panose="02020603050405020304" pitchFamily="18" charset="0"/>
              </a:rPr>
              <a:t>Negative anomalies count= anomalies behaviour below</a:t>
            </a:r>
          </a:p>
          <a:p>
            <a:r>
              <a:rPr lang="en-IN" sz="1500" dirty="0">
                <a:latin typeface="Times New Roman" panose="02020603050405020304" pitchFamily="18" charset="0"/>
                <a:cs typeface="Times New Roman" panose="02020603050405020304" pitchFamily="18" charset="0"/>
              </a:rPr>
              <a:t> -200</a:t>
            </a:r>
          </a:p>
        </p:txBody>
      </p:sp>
    </p:spTree>
    <p:extLst>
      <p:ext uri="{BB962C8B-B14F-4D97-AF65-F5344CB8AC3E}">
        <p14:creationId xmlns:p14="http://schemas.microsoft.com/office/powerpoint/2010/main" val="699708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1772DB-3A5D-2C88-AC4C-72D45C0D2E03}"/>
              </a:ext>
            </a:extLst>
          </p:cNvPr>
          <p:cNvSpPr>
            <a:spLocks noGrp="1"/>
          </p:cNvSpPr>
          <p:nvPr>
            <p:ph idx="1"/>
          </p:nvPr>
        </p:nvSpPr>
        <p:spPr>
          <a:xfrm>
            <a:off x="0" y="0"/>
            <a:ext cx="1513114" cy="596028"/>
          </a:xfrm>
        </p:spPr>
        <p:txBody>
          <a:bodyPr/>
          <a:lstStyle/>
          <a:p>
            <a:pPr marL="0" indent="0">
              <a:buNone/>
            </a:pPr>
            <a:r>
              <a:rPr lang="en-IN" dirty="0"/>
              <a:t>Task 5</a:t>
            </a:r>
          </a:p>
        </p:txBody>
      </p:sp>
      <p:pic>
        <p:nvPicPr>
          <p:cNvPr id="5" name="Picture 4">
            <a:extLst>
              <a:ext uri="{FF2B5EF4-FFF2-40B4-BE49-F238E27FC236}">
                <a16:creationId xmlns:a16="http://schemas.microsoft.com/office/drawing/2014/main" id="{414EFD87-F899-1917-D233-B7F6D4E618C2}"/>
              </a:ext>
            </a:extLst>
          </p:cNvPr>
          <p:cNvPicPr>
            <a:picLocks noChangeAspect="1"/>
          </p:cNvPicPr>
          <p:nvPr/>
        </p:nvPicPr>
        <p:blipFill>
          <a:blip r:embed="rId2"/>
          <a:stretch>
            <a:fillRect/>
          </a:stretch>
        </p:blipFill>
        <p:spPr>
          <a:xfrm>
            <a:off x="56941" y="794898"/>
            <a:ext cx="5677692" cy="1047896"/>
          </a:xfrm>
          <a:prstGeom prst="rect">
            <a:avLst/>
          </a:prstGeom>
        </p:spPr>
      </p:pic>
      <p:graphicFrame>
        <p:nvGraphicFramePr>
          <p:cNvPr id="6" name="Table 5">
            <a:extLst>
              <a:ext uri="{FF2B5EF4-FFF2-40B4-BE49-F238E27FC236}">
                <a16:creationId xmlns:a16="http://schemas.microsoft.com/office/drawing/2014/main" id="{5DFD350E-F31C-F33C-C273-64B6B6F0C971}"/>
              </a:ext>
            </a:extLst>
          </p:cNvPr>
          <p:cNvGraphicFramePr>
            <a:graphicFrameLocks noGrp="1"/>
          </p:cNvGraphicFramePr>
          <p:nvPr>
            <p:extLst>
              <p:ext uri="{D42A27DB-BD31-4B8C-83A1-F6EECF244321}">
                <p14:modId xmlns:p14="http://schemas.microsoft.com/office/powerpoint/2010/main" val="1107978795"/>
              </p:ext>
            </p:extLst>
          </p:nvPr>
        </p:nvGraphicFramePr>
        <p:xfrm>
          <a:off x="5974228" y="1398213"/>
          <a:ext cx="4057858" cy="2499990"/>
        </p:xfrm>
        <a:graphic>
          <a:graphicData uri="http://schemas.openxmlformats.org/drawingml/2006/table">
            <a:tbl>
              <a:tblPr/>
              <a:tblGrid>
                <a:gridCol w="939319">
                  <a:extLst>
                    <a:ext uri="{9D8B030D-6E8A-4147-A177-3AD203B41FA5}">
                      <a16:colId xmlns:a16="http://schemas.microsoft.com/office/drawing/2014/main" val="953687079"/>
                    </a:ext>
                  </a:extLst>
                </a:gridCol>
                <a:gridCol w="995678">
                  <a:extLst>
                    <a:ext uri="{9D8B030D-6E8A-4147-A177-3AD203B41FA5}">
                      <a16:colId xmlns:a16="http://schemas.microsoft.com/office/drawing/2014/main" val="1204987812"/>
                    </a:ext>
                  </a:extLst>
                </a:gridCol>
                <a:gridCol w="2122861">
                  <a:extLst>
                    <a:ext uri="{9D8B030D-6E8A-4147-A177-3AD203B41FA5}">
                      <a16:colId xmlns:a16="http://schemas.microsoft.com/office/drawing/2014/main" val="1078670214"/>
                    </a:ext>
                  </a:extLst>
                </a:gridCol>
              </a:tblGrid>
              <a:tr h="249999">
                <a:tc>
                  <a:txBody>
                    <a:bodyPr/>
                    <a:lstStyle/>
                    <a:p>
                      <a:pPr algn="l" fontAlgn="b"/>
                      <a:r>
                        <a:rPr lang="en-IN" sz="1100" b="1" i="0" u="none" strike="noStrike" dirty="0">
                          <a:solidFill>
                            <a:srgbClr val="FFFFFF"/>
                          </a:solidFill>
                          <a:effectLst/>
                          <a:latin typeface="Aptos Narrow" panose="020B0004020202020204" pitchFamily="34" charset="0"/>
                        </a:rPr>
                        <a:t>City</a:t>
                      </a:r>
                    </a:p>
                  </a:txBody>
                  <a:tcPr marL="7620" marR="7620" marT="762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C769E"/>
                    </a:solidFill>
                  </a:tcPr>
                </a:tc>
                <a:tc>
                  <a:txBody>
                    <a:bodyPr/>
                    <a:lstStyle/>
                    <a:p>
                      <a:pPr algn="l" fontAlgn="b"/>
                      <a:r>
                        <a:rPr lang="en-IN" sz="1100" b="1" i="0" u="none" strike="noStrike">
                          <a:solidFill>
                            <a:srgbClr val="FFFFFF"/>
                          </a:solidFill>
                          <a:effectLst/>
                          <a:latin typeface="Aptos Narrow" panose="020B0004020202020204" pitchFamily="34" charset="0"/>
                        </a:rPr>
                        <a:t>Payment</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C769E"/>
                    </a:solidFill>
                  </a:tcPr>
                </a:tc>
                <a:tc>
                  <a:txBody>
                    <a:bodyPr/>
                    <a:lstStyle/>
                    <a:p>
                      <a:pPr algn="l" fontAlgn="b"/>
                      <a:r>
                        <a:rPr lang="en-IN" sz="1100" b="1" i="0" u="none" strike="noStrike" dirty="0" err="1">
                          <a:solidFill>
                            <a:srgbClr val="FFFFFF"/>
                          </a:solidFill>
                          <a:effectLst/>
                          <a:latin typeface="Aptos Narrow" panose="020B0004020202020204" pitchFamily="34" charset="0"/>
                        </a:rPr>
                        <a:t>Payment_Method_count</a:t>
                      </a:r>
                      <a:endParaRPr lang="en-IN" sz="1100" b="1" i="0" u="none" strike="noStrike" dirty="0">
                        <a:solidFill>
                          <a:srgbClr val="FFFFFF"/>
                        </a:solidFill>
                        <a:effectLst/>
                        <a:latin typeface="Aptos Narrow" panose="020B0004020202020204" pitchFamily="34" charset="0"/>
                      </a:endParaRPr>
                    </a:p>
                  </a:txBody>
                  <a:tcPr marL="7620" marR="7620" marT="762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C769E"/>
                    </a:solidFill>
                  </a:tcPr>
                </a:tc>
                <a:extLst>
                  <a:ext uri="{0D108BD9-81ED-4DB2-BD59-A6C34878D82A}">
                    <a16:rowId xmlns:a16="http://schemas.microsoft.com/office/drawing/2014/main" val="584129909"/>
                  </a:ext>
                </a:extLst>
              </a:tr>
              <a:tr h="249999">
                <a:tc>
                  <a:txBody>
                    <a:bodyPr/>
                    <a:lstStyle/>
                    <a:p>
                      <a:pPr algn="l" fontAlgn="b"/>
                      <a:r>
                        <a:rPr lang="en-IN" sz="1100" b="0" i="0" u="none" strike="noStrike">
                          <a:solidFill>
                            <a:srgbClr val="000000"/>
                          </a:solidFill>
                          <a:effectLst/>
                          <a:latin typeface="Aptos Narrow" panose="020B0004020202020204" pitchFamily="34" charset="0"/>
                        </a:rPr>
                        <a:t>Mandalay</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1100" b="0" i="0" u="none" strike="noStrike">
                          <a:solidFill>
                            <a:srgbClr val="000000"/>
                          </a:solidFill>
                          <a:effectLst/>
                          <a:latin typeface="Aptos Narrow" panose="020B0004020202020204" pitchFamily="34" charset="0"/>
                        </a:rPr>
                        <a:t>Ewallet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IN" sz="1100" b="0" i="0" u="none" strike="noStrike">
                          <a:solidFill>
                            <a:srgbClr val="000000"/>
                          </a:solidFill>
                          <a:effectLst/>
                          <a:latin typeface="Aptos Narrow" panose="020B0004020202020204" pitchFamily="34" charset="0"/>
                        </a:rPr>
                        <a:t>113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943437868"/>
                  </a:ext>
                </a:extLst>
              </a:tr>
              <a:tr h="249999">
                <a:tc>
                  <a:txBody>
                    <a:bodyPr/>
                    <a:lstStyle/>
                    <a:p>
                      <a:pPr algn="l" fontAlgn="b"/>
                      <a:r>
                        <a:rPr lang="en-IN" sz="1100" b="0" i="0" u="none" strike="noStrike">
                          <a:solidFill>
                            <a:srgbClr val="000000"/>
                          </a:solidFill>
                          <a:effectLst/>
                          <a:latin typeface="Aptos Narrow" panose="020B0004020202020204" pitchFamily="34" charset="0"/>
                        </a:rPr>
                        <a:t>Mandalay</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Cash</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110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2309095"/>
                  </a:ext>
                </a:extLst>
              </a:tr>
              <a:tr h="249999">
                <a:tc>
                  <a:txBody>
                    <a:bodyPr/>
                    <a:lstStyle/>
                    <a:p>
                      <a:pPr algn="l" fontAlgn="b"/>
                      <a:r>
                        <a:rPr lang="en-IN" sz="1100" b="0" i="0" u="none" strike="noStrike">
                          <a:solidFill>
                            <a:srgbClr val="000000"/>
                          </a:solidFill>
                          <a:effectLst/>
                          <a:latin typeface="Aptos Narrow" panose="020B0004020202020204" pitchFamily="34" charset="0"/>
                        </a:rPr>
                        <a:t>Mandalay</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Credit card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109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7455926"/>
                  </a:ext>
                </a:extLst>
              </a:tr>
              <a:tr h="249999">
                <a:tc>
                  <a:txBody>
                    <a:bodyPr/>
                    <a:lstStyle/>
                    <a:p>
                      <a:pPr algn="l" fontAlgn="b"/>
                      <a:r>
                        <a:rPr lang="en-IN" sz="1100" b="0" i="0" u="none" strike="noStrike">
                          <a:solidFill>
                            <a:srgbClr val="000000"/>
                          </a:solidFill>
                          <a:effectLst/>
                          <a:latin typeface="Aptos Narrow" panose="020B0004020202020204" pitchFamily="34" charset="0"/>
                        </a:rPr>
                        <a:t>Naypyitaw</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1100" b="0" i="0" u="none" strike="noStrike">
                          <a:solidFill>
                            <a:srgbClr val="000000"/>
                          </a:solidFill>
                          <a:effectLst/>
                          <a:latin typeface="Aptos Narrow" panose="020B0004020202020204" pitchFamily="34" charset="0"/>
                        </a:rPr>
                        <a:t>Cash</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IN" sz="1100" b="0" i="0" u="none" strike="noStrike">
                          <a:solidFill>
                            <a:srgbClr val="000000"/>
                          </a:solidFill>
                          <a:effectLst/>
                          <a:latin typeface="Aptos Narrow" panose="020B0004020202020204" pitchFamily="34" charset="0"/>
                        </a:rPr>
                        <a:t>124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641696142"/>
                  </a:ext>
                </a:extLst>
              </a:tr>
              <a:tr h="249999">
                <a:tc>
                  <a:txBody>
                    <a:bodyPr/>
                    <a:lstStyle/>
                    <a:p>
                      <a:pPr algn="l" fontAlgn="b"/>
                      <a:r>
                        <a:rPr lang="en-IN" sz="1100" b="0" i="0" u="none" strike="noStrike">
                          <a:solidFill>
                            <a:srgbClr val="000000"/>
                          </a:solidFill>
                          <a:effectLst/>
                          <a:latin typeface="Aptos Narrow" panose="020B0004020202020204" pitchFamily="34" charset="0"/>
                        </a:rPr>
                        <a:t>Naypyitaw</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Ewallet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106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3072726"/>
                  </a:ext>
                </a:extLst>
              </a:tr>
              <a:tr h="249999">
                <a:tc>
                  <a:txBody>
                    <a:bodyPr/>
                    <a:lstStyle/>
                    <a:p>
                      <a:pPr algn="l" fontAlgn="b"/>
                      <a:r>
                        <a:rPr lang="en-IN" sz="1100" b="0" i="0" u="none" strike="noStrike">
                          <a:solidFill>
                            <a:srgbClr val="000000"/>
                          </a:solidFill>
                          <a:effectLst/>
                          <a:latin typeface="Aptos Narrow" panose="020B0004020202020204" pitchFamily="34" charset="0"/>
                        </a:rPr>
                        <a:t>Naypyitaw</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Credit card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98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90902297"/>
                  </a:ext>
                </a:extLst>
              </a:tr>
              <a:tr h="249999">
                <a:tc>
                  <a:txBody>
                    <a:bodyPr/>
                    <a:lstStyle/>
                    <a:p>
                      <a:pPr algn="l" fontAlgn="b"/>
                      <a:r>
                        <a:rPr lang="en-IN" sz="1100" b="0" i="0" u="none" strike="noStrike">
                          <a:solidFill>
                            <a:srgbClr val="000000"/>
                          </a:solidFill>
                          <a:effectLst/>
                          <a:latin typeface="Aptos Narrow" panose="020B0004020202020204" pitchFamily="34" charset="0"/>
                        </a:rPr>
                        <a:t>Yangon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1100" b="0" i="0" u="none" strike="noStrike">
                          <a:solidFill>
                            <a:srgbClr val="000000"/>
                          </a:solidFill>
                          <a:effectLst/>
                          <a:latin typeface="Aptos Narrow" panose="020B0004020202020204" pitchFamily="34" charset="0"/>
                        </a:rPr>
                        <a:t>Ewallet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IN" sz="1100" b="0" i="0" u="none" strike="noStrike">
                          <a:solidFill>
                            <a:srgbClr val="000000"/>
                          </a:solidFill>
                          <a:effectLst/>
                          <a:latin typeface="Aptos Narrow" panose="020B0004020202020204" pitchFamily="34" charset="0"/>
                        </a:rPr>
                        <a:t>126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458678335"/>
                  </a:ext>
                </a:extLst>
              </a:tr>
              <a:tr h="249999">
                <a:tc>
                  <a:txBody>
                    <a:bodyPr/>
                    <a:lstStyle/>
                    <a:p>
                      <a:pPr algn="l" fontAlgn="b"/>
                      <a:r>
                        <a:rPr lang="en-IN" sz="1100" b="0" i="0" u="none" strike="noStrike">
                          <a:solidFill>
                            <a:srgbClr val="000000"/>
                          </a:solidFill>
                          <a:effectLst/>
                          <a:latin typeface="Aptos Narrow" panose="020B0004020202020204" pitchFamily="34" charset="0"/>
                        </a:rPr>
                        <a:t>Yangon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Cash</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110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9703757"/>
                  </a:ext>
                </a:extLst>
              </a:tr>
              <a:tr h="249999">
                <a:tc>
                  <a:txBody>
                    <a:bodyPr/>
                    <a:lstStyle/>
                    <a:p>
                      <a:pPr algn="l" fontAlgn="b"/>
                      <a:r>
                        <a:rPr lang="en-IN" sz="1100" b="0" i="0" u="none" strike="noStrike">
                          <a:solidFill>
                            <a:srgbClr val="000000"/>
                          </a:solidFill>
                          <a:effectLst/>
                          <a:latin typeface="Aptos Narrow" panose="020B0004020202020204" pitchFamily="34" charset="0"/>
                        </a:rPr>
                        <a:t>Yangon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Credit card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100" b="0" i="0" u="none" strike="noStrike" dirty="0">
                          <a:solidFill>
                            <a:srgbClr val="000000"/>
                          </a:solidFill>
                          <a:effectLst/>
                          <a:latin typeface="Aptos Narrow" panose="020B0004020202020204" pitchFamily="34" charset="0"/>
                        </a:rPr>
                        <a:t>104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56160319"/>
                  </a:ext>
                </a:extLst>
              </a:tr>
            </a:tbl>
          </a:graphicData>
        </a:graphic>
      </p:graphicFrame>
      <p:sp>
        <p:nvSpPr>
          <p:cNvPr id="7" name="TextBox 6">
            <a:extLst>
              <a:ext uri="{FF2B5EF4-FFF2-40B4-BE49-F238E27FC236}">
                <a16:creationId xmlns:a16="http://schemas.microsoft.com/office/drawing/2014/main" id="{C17057B4-28B5-C66C-A696-71FAC05F3D96}"/>
              </a:ext>
            </a:extLst>
          </p:cNvPr>
          <p:cNvSpPr txBox="1"/>
          <p:nvPr/>
        </p:nvSpPr>
        <p:spPr>
          <a:xfrm>
            <a:off x="1414021" y="4807670"/>
            <a:ext cx="9285402" cy="1200329"/>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most popular payment method in each city is Find by running mention query</a:t>
            </a:r>
            <a:r>
              <a:rPr lang="en-IN"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By running SQL query we get   table  which is formatted in excel for visual appealing look as given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 popular payment method in each highlighted in yellow</a:t>
            </a:r>
            <a:r>
              <a:rPr lang="en-IN"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956260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77A8CA-C7EE-FB94-1BA1-877947BA7C15}"/>
              </a:ext>
            </a:extLst>
          </p:cNvPr>
          <p:cNvSpPr>
            <a:spLocks noGrp="1"/>
          </p:cNvSpPr>
          <p:nvPr>
            <p:ph idx="1"/>
          </p:nvPr>
        </p:nvSpPr>
        <p:spPr>
          <a:xfrm>
            <a:off x="0" y="0"/>
            <a:ext cx="1191567" cy="475448"/>
          </a:xfrm>
        </p:spPr>
        <p:txBody>
          <a:bodyPr>
            <a:normAutofit lnSpcReduction="10000"/>
          </a:bodyPr>
          <a:lstStyle/>
          <a:p>
            <a:pPr marL="0" indent="0">
              <a:buNone/>
            </a:pPr>
            <a:r>
              <a:rPr lang="en-IN" dirty="0"/>
              <a:t>Task 6</a:t>
            </a:r>
          </a:p>
        </p:txBody>
      </p:sp>
      <p:pic>
        <p:nvPicPr>
          <p:cNvPr id="5" name="Picture 4">
            <a:extLst>
              <a:ext uri="{FF2B5EF4-FFF2-40B4-BE49-F238E27FC236}">
                <a16:creationId xmlns:a16="http://schemas.microsoft.com/office/drawing/2014/main" id="{30E5CA90-E879-31F2-5E92-284BD1E3CD74}"/>
              </a:ext>
            </a:extLst>
          </p:cNvPr>
          <p:cNvPicPr>
            <a:picLocks noChangeAspect="1"/>
          </p:cNvPicPr>
          <p:nvPr/>
        </p:nvPicPr>
        <p:blipFill>
          <a:blip r:embed="rId2"/>
          <a:stretch>
            <a:fillRect/>
          </a:stretch>
        </p:blipFill>
        <p:spPr>
          <a:xfrm>
            <a:off x="0" y="553738"/>
            <a:ext cx="7525800" cy="1047896"/>
          </a:xfrm>
          <a:prstGeom prst="rect">
            <a:avLst/>
          </a:prstGeom>
        </p:spPr>
      </p:pic>
      <p:graphicFrame>
        <p:nvGraphicFramePr>
          <p:cNvPr id="7" name="Table 6">
            <a:extLst>
              <a:ext uri="{FF2B5EF4-FFF2-40B4-BE49-F238E27FC236}">
                <a16:creationId xmlns:a16="http://schemas.microsoft.com/office/drawing/2014/main" id="{4E360375-8C10-E665-D40F-60D685E5327F}"/>
              </a:ext>
            </a:extLst>
          </p:cNvPr>
          <p:cNvGraphicFramePr>
            <a:graphicFrameLocks noGrp="1"/>
          </p:cNvGraphicFramePr>
          <p:nvPr>
            <p:extLst>
              <p:ext uri="{D42A27DB-BD31-4B8C-83A1-F6EECF244321}">
                <p14:modId xmlns:p14="http://schemas.microsoft.com/office/powerpoint/2010/main" val="3392893502"/>
              </p:ext>
            </p:extLst>
          </p:nvPr>
        </p:nvGraphicFramePr>
        <p:xfrm>
          <a:off x="221920" y="2012644"/>
          <a:ext cx="2184400" cy="2560320"/>
        </p:xfrm>
        <a:graphic>
          <a:graphicData uri="http://schemas.openxmlformats.org/drawingml/2006/table">
            <a:tbl>
              <a:tblPr/>
              <a:tblGrid>
                <a:gridCol w="1092200">
                  <a:extLst>
                    <a:ext uri="{9D8B030D-6E8A-4147-A177-3AD203B41FA5}">
                      <a16:colId xmlns:a16="http://schemas.microsoft.com/office/drawing/2014/main" val="493846956"/>
                    </a:ext>
                  </a:extLst>
                </a:gridCol>
                <a:gridCol w="609600">
                  <a:extLst>
                    <a:ext uri="{9D8B030D-6E8A-4147-A177-3AD203B41FA5}">
                      <a16:colId xmlns:a16="http://schemas.microsoft.com/office/drawing/2014/main" val="1618706875"/>
                    </a:ext>
                  </a:extLst>
                </a:gridCol>
                <a:gridCol w="482600">
                  <a:extLst>
                    <a:ext uri="{9D8B030D-6E8A-4147-A177-3AD203B41FA5}">
                      <a16:colId xmlns:a16="http://schemas.microsoft.com/office/drawing/2014/main" val="195841123"/>
                    </a:ext>
                  </a:extLst>
                </a:gridCol>
              </a:tblGrid>
              <a:tr h="182880">
                <a:tc>
                  <a:txBody>
                    <a:bodyPr/>
                    <a:lstStyle/>
                    <a:p>
                      <a:pPr algn="l" fontAlgn="b"/>
                      <a:r>
                        <a:rPr lang="en-IN" sz="1100" b="1" i="0" u="none" strike="noStrike">
                          <a:solidFill>
                            <a:srgbClr val="000000"/>
                          </a:solidFill>
                          <a:effectLst/>
                          <a:latin typeface="Aptos Narrow" panose="020B0004020202020204" pitchFamily="34" charset="0"/>
                        </a:rPr>
                        <a:t>Sales Distribution</a:t>
                      </a:r>
                    </a:p>
                  </a:txBody>
                  <a:tcPr marL="7620" marR="7620" marT="7620" marB="0" anchor="b">
                    <a:lnL>
                      <a:noFill/>
                    </a:lnL>
                    <a:lnR>
                      <a:noFill/>
                    </a:lnR>
                    <a:lnT>
                      <a:noFill/>
                    </a:lnT>
                    <a:lnB>
                      <a:noFill/>
                    </a:lnB>
                    <a:solidFill>
                      <a:srgbClr val="C0E6F5"/>
                    </a:solidFill>
                  </a:tcPr>
                </a:tc>
                <a:tc>
                  <a:txBody>
                    <a:bodyPr/>
                    <a:lstStyle/>
                    <a:p>
                      <a:pPr algn="l" fontAlgn="b"/>
                      <a:r>
                        <a:rPr lang="en-IN" sz="1100" b="1" i="0" u="none" strike="noStrike">
                          <a:solidFill>
                            <a:srgbClr val="000000"/>
                          </a:solidFill>
                          <a:effectLst/>
                          <a:latin typeface="Aptos Narrow" panose="020B0004020202020204" pitchFamily="34" charset="0"/>
                        </a:rPr>
                        <a:t>gender</a:t>
                      </a:r>
                    </a:p>
                  </a:txBody>
                  <a:tcPr marL="7620" marR="7620" marT="7620" marB="0" anchor="b">
                    <a:lnL>
                      <a:noFill/>
                    </a:lnL>
                    <a:lnR>
                      <a:noFill/>
                    </a:lnR>
                    <a:lnT>
                      <a:noFill/>
                    </a:lnT>
                    <a:lnB>
                      <a:noFill/>
                    </a:lnB>
                    <a:solidFill>
                      <a:srgbClr val="C0E6F5"/>
                    </a:solidFill>
                  </a:tcPr>
                </a:tc>
                <a:tc>
                  <a:txBody>
                    <a:bodyPr/>
                    <a:lstStyle/>
                    <a:p>
                      <a:pPr algn="l" fontAlgn="b"/>
                      <a:endParaRPr lang="en-IN" sz="1100" b="1" i="0" u="none" strike="noStrike">
                        <a:solidFill>
                          <a:srgbClr val="000000"/>
                        </a:solidFill>
                        <a:effectLst/>
                        <a:latin typeface="Aptos Narrow" panose="020B0004020202020204" pitchFamily="34" charset="0"/>
                      </a:endParaRPr>
                    </a:p>
                  </a:txBody>
                  <a:tcPr marL="7620" marR="7620" marT="7620" marB="0" anchor="b">
                    <a:lnL>
                      <a:noFill/>
                    </a:lnL>
                    <a:lnR>
                      <a:noFill/>
                    </a:lnR>
                    <a:lnT>
                      <a:noFill/>
                    </a:lnT>
                    <a:lnB>
                      <a:noFill/>
                    </a:lnB>
                    <a:solidFill>
                      <a:srgbClr val="C0E6F5"/>
                    </a:solidFill>
                  </a:tcPr>
                </a:tc>
                <a:extLst>
                  <a:ext uri="{0D108BD9-81ED-4DB2-BD59-A6C34878D82A}">
                    <a16:rowId xmlns:a16="http://schemas.microsoft.com/office/drawing/2014/main" val="4175041691"/>
                  </a:ext>
                </a:extLst>
              </a:tr>
              <a:tr h="182880">
                <a:tc>
                  <a:txBody>
                    <a:bodyPr/>
                    <a:lstStyle/>
                    <a:p>
                      <a:pPr algn="l" fontAlgn="b"/>
                      <a:r>
                        <a:rPr lang="en-IN" sz="1100" b="1" i="0" u="none" strike="noStrike">
                          <a:solidFill>
                            <a:srgbClr val="000000"/>
                          </a:solidFill>
                          <a:effectLst/>
                          <a:latin typeface="Aptos Narrow" panose="020B0004020202020204" pitchFamily="34" charset="0"/>
                        </a:rPr>
                        <a:t>Month</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1100" b="1" i="0" u="none" strike="noStrike">
                          <a:solidFill>
                            <a:srgbClr val="000000"/>
                          </a:solidFill>
                          <a:effectLst/>
                          <a:latin typeface="Aptos Narrow" panose="020B0004020202020204" pitchFamily="34" charset="0"/>
                        </a:rPr>
                        <a:t>Female</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1100" b="1" i="0" u="none" strike="noStrike">
                          <a:solidFill>
                            <a:srgbClr val="000000"/>
                          </a:solidFill>
                          <a:effectLst/>
                          <a:latin typeface="Aptos Narrow" panose="020B0004020202020204" pitchFamily="34" charset="0"/>
                        </a:rPr>
                        <a:t>Male</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4136536939"/>
                  </a:ext>
                </a:extLst>
              </a:tr>
              <a:tr h="182880">
                <a:tc>
                  <a:txBody>
                    <a:bodyPr/>
                    <a:lstStyle/>
                    <a:p>
                      <a:pPr algn="l" fontAlgn="b"/>
                      <a:r>
                        <a:rPr lang="en-IN" sz="1100" b="0" i="0" u="none" strike="noStrike">
                          <a:solidFill>
                            <a:srgbClr val="000000"/>
                          </a:solidFill>
                          <a:effectLst/>
                          <a:latin typeface="Aptos Narrow" panose="020B0004020202020204" pitchFamily="34" charset="0"/>
                        </a:rPr>
                        <a:t>January</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50.40%</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49.60%</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noFill/>
                  </a:tcPr>
                </a:tc>
                <a:extLst>
                  <a:ext uri="{0D108BD9-81ED-4DB2-BD59-A6C34878D82A}">
                    <a16:rowId xmlns:a16="http://schemas.microsoft.com/office/drawing/2014/main" val="2378801654"/>
                  </a:ext>
                </a:extLst>
              </a:tr>
              <a:tr h="182880">
                <a:tc>
                  <a:txBody>
                    <a:bodyPr/>
                    <a:lstStyle/>
                    <a:p>
                      <a:pPr algn="l" fontAlgn="b"/>
                      <a:r>
                        <a:rPr lang="en-IN" sz="1100" b="0" i="0" u="none" strike="noStrike">
                          <a:solidFill>
                            <a:srgbClr val="000000"/>
                          </a:solidFill>
                          <a:effectLst/>
                          <a:latin typeface="Aptos Narrow" panose="020B0004020202020204" pitchFamily="34" charset="0"/>
                        </a:rPr>
                        <a:t>February</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61.31%</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38.69%</a:t>
                      </a:r>
                    </a:p>
                  </a:txBody>
                  <a:tcPr marL="7620" marR="7620" marT="7620" marB="0" anchor="b">
                    <a:lnL>
                      <a:noFill/>
                    </a:lnL>
                    <a:lnR>
                      <a:noFill/>
                    </a:lnR>
                    <a:lnT>
                      <a:noFill/>
                    </a:lnT>
                    <a:lnB>
                      <a:noFill/>
                    </a:lnB>
                    <a:noFill/>
                  </a:tcPr>
                </a:tc>
                <a:extLst>
                  <a:ext uri="{0D108BD9-81ED-4DB2-BD59-A6C34878D82A}">
                    <a16:rowId xmlns:a16="http://schemas.microsoft.com/office/drawing/2014/main" val="2118649768"/>
                  </a:ext>
                </a:extLst>
              </a:tr>
              <a:tr h="182880">
                <a:tc>
                  <a:txBody>
                    <a:bodyPr/>
                    <a:lstStyle/>
                    <a:p>
                      <a:pPr algn="l" fontAlgn="b"/>
                      <a:r>
                        <a:rPr lang="en-IN" sz="1100" b="0" i="0" u="none" strike="noStrike">
                          <a:solidFill>
                            <a:srgbClr val="000000"/>
                          </a:solidFill>
                          <a:effectLst/>
                          <a:latin typeface="Aptos Narrow" panose="020B0004020202020204" pitchFamily="34" charset="0"/>
                        </a:rPr>
                        <a:t>March</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41.93%</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58.07%</a:t>
                      </a:r>
                    </a:p>
                  </a:txBody>
                  <a:tcPr marL="7620" marR="7620" marT="7620" marB="0" anchor="b">
                    <a:lnL>
                      <a:noFill/>
                    </a:lnL>
                    <a:lnR>
                      <a:noFill/>
                    </a:lnR>
                    <a:lnT>
                      <a:noFill/>
                    </a:lnT>
                    <a:lnB>
                      <a:noFill/>
                    </a:lnB>
                    <a:noFill/>
                  </a:tcPr>
                </a:tc>
                <a:extLst>
                  <a:ext uri="{0D108BD9-81ED-4DB2-BD59-A6C34878D82A}">
                    <a16:rowId xmlns:a16="http://schemas.microsoft.com/office/drawing/2014/main" val="2543266019"/>
                  </a:ext>
                </a:extLst>
              </a:tr>
              <a:tr h="182880">
                <a:tc>
                  <a:txBody>
                    <a:bodyPr/>
                    <a:lstStyle/>
                    <a:p>
                      <a:pPr algn="l" fontAlgn="b"/>
                      <a:r>
                        <a:rPr lang="en-IN" sz="1100" b="0" i="0" u="none" strike="noStrike">
                          <a:solidFill>
                            <a:srgbClr val="000000"/>
                          </a:solidFill>
                          <a:effectLst/>
                          <a:latin typeface="Aptos Narrow" panose="020B0004020202020204" pitchFamily="34" charset="0"/>
                        </a:rPr>
                        <a:t>April</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69.00%</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31.00%</a:t>
                      </a:r>
                    </a:p>
                  </a:txBody>
                  <a:tcPr marL="7620" marR="7620" marT="7620" marB="0" anchor="b">
                    <a:lnL>
                      <a:noFill/>
                    </a:lnL>
                    <a:lnR>
                      <a:noFill/>
                    </a:lnR>
                    <a:lnT>
                      <a:noFill/>
                    </a:lnT>
                    <a:lnB>
                      <a:noFill/>
                    </a:lnB>
                    <a:noFill/>
                  </a:tcPr>
                </a:tc>
                <a:extLst>
                  <a:ext uri="{0D108BD9-81ED-4DB2-BD59-A6C34878D82A}">
                    <a16:rowId xmlns:a16="http://schemas.microsoft.com/office/drawing/2014/main" val="3077846777"/>
                  </a:ext>
                </a:extLst>
              </a:tr>
              <a:tr h="182880">
                <a:tc>
                  <a:txBody>
                    <a:bodyPr/>
                    <a:lstStyle/>
                    <a:p>
                      <a:pPr algn="l" fontAlgn="b"/>
                      <a:r>
                        <a:rPr lang="en-IN" sz="1100" b="0" i="0" u="none" strike="noStrike">
                          <a:solidFill>
                            <a:srgbClr val="000000"/>
                          </a:solidFill>
                          <a:effectLst/>
                          <a:latin typeface="Aptos Narrow" panose="020B0004020202020204" pitchFamily="34" charset="0"/>
                        </a:rPr>
                        <a:t>May</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71.82%</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28.18%</a:t>
                      </a:r>
                    </a:p>
                  </a:txBody>
                  <a:tcPr marL="7620" marR="7620" marT="7620" marB="0" anchor="b">
                    <a:lnL>
                      <a:noFill/>
                    </a:lnL>
                    <a:lnR>
                      <a:noFill/>
                    </a:lnR>
                    <a:lnT>
                      <a:noFill/>
                    </a:lnT>
                    <a:lnB>
                      <a:noFill/>
                    </a:lnB>
                    <a:noFill/>
                  </a:tcPr>
                </a:tc>
                <a:extLst>
                  <a:ext uri="{0D108BD9-81ED-4DB2-BD59-A6C34878D82A}">
                    <a16:rowId xmlns:a16="http://schemas.microsoft.com/office/drawing/2014/main" val="2168535365"/>
                  </a:ext>
                </a:extLst>
              </a:tr>
              <a:tr h="182880">
                <a:tc>
                  <a:txBody>
                    <a:bodyPr/>
                    <a:lstStyle/>
                    <a:p>
                      <a:pPr algn="l" fontAlgn="b"/>
                      <a:r>
                        <a:rPr lang="en-IN" sz="1100" b="0" i="0" u="none" strike="noStrike">
                          <a:solidFill>
                            <a:srgbClr val="000000"/>
                          </a:solidFill>
                          <a:effectLst/>
                          <a:latin typeface="Aptos Narrow" panose="020B0004020202020204" pitchFamily="34" charset="0"/>
                        </a:rPr>
                        <a:t>June</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34.23%</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65.77%</a:t>
                      </a:r>
                    </a:p>
                  </a:txBody>
                  <a:tcPr marL="7620" marR="7620" marT="7620" marB="0" anchor="b">
                    <a:lnL>
                      <a:noFill/>
                    </a:lnL>
                    <a:lnR>
                      <a:noFill/>
                    </a:lnR>
                    <a:lnT>
                      <a:noFill/>
                    </a:lnT>
                    <a:lnB>
                      <a:noFill/>
                    </a:lnB>
                    <a:noFill/>
                  </a:tcPr>
                </a:tc>
                <a:extLst>
                  <a:ext uri="{0D108BD9-81ED-4DB2-BD59-A6C34878D82A}">
                    <a16:rowId xmlns:a16="http://schemas.microsoft.com/office/drawing/2014/main" val="3486206509"/>
                  </a:ext>
                </a:extLst>
              </a:tr>
              <a:tr h="182880">
                <a:tc>
                  <a:txBody>
                    <a:bodyPr/>
                    <a:lstStyle/>
                    <a:p>
                      <a:pPr algn="l" fontAlgn="b"/>
                      <a:r>
                        <a:rPr lang="en-IN" sz="1100" b="0" i="0" u="none" strike="noStrike">
                          <a:solidFill>
                            <a:srgbClr val="000000"/>
                          </a:solidFill>
                          <a:effectLst/>
                          <a:latin typeface="Aptos Narrow" panose="020B0004020202020204" pitchFamily="34" charset="0"/>
                        </a:rPr>
                        <a:t>July</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46.16%</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53.84%</a:t>
                      </a:r>
                    </a:p>
                  </a:txBody>
                  <a:tcPr marL="7620" marR="7620" marT="7620" marB="0" anchor="b">
                    <a:lnL>
                      <a:noFill/>
                    </a:lnL>
                    <a:lnR>
                      <a:noFill/>
                    </a:lnR>
                    <a:lnT>
                      <a:noFill/>
                    </a:lnT>
                    <a:lnB>
                      <a:noFill/>
                    </a:lnB>
                    <a:noFill/>
                  </a:tcPr>
                </a:tc>
                <a:extLst>
                  <a:ext uri="{0D108BD9-81ED-4DB2-BD59-A6C34878D82A}">
                    <a16:rowId xmlns:a16="http://schemas.microsoft.com/office/drawing/2014/main" val="3800074313"/>
                  </a:ext>
                </a:extLst>
              </a:tr>
              <a:tr h="182880">
                <a:tc>
                  <a:txBody>
                    <a:bodyPr/>
                    <a:lstStyle/>
                    <a:p>
                      <a:pPr algn="l" fontAlgn="b"/>
                      <a:r>
                        <a:rPr lang="en-IN" sz="1100" b="0" i="0" u="none" strike="noStrike">
                          <a:solidFill>
                            <a:srgbClr val="000000"/>
                          </a:solidFill>
                          <a:effectLst/>
                          <a:latin typeface="Aptos Narrow" panose="020B0004020202020204" pitchFamily="34" charset="0"/>
                        </a:rPr>
                        <a:t>August</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72.54%</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27.46%</a:t>
                      </a:r>
                    </a:p>
                  </a:txBody>
                  <a:tcPr marL="7620" marR="7620" marT="7620" marB="0" anchor="b">
                    <a:lnL>
                      <a:noFill/>
                    </a:lnL>
                    <a:lnR>
                      <a:noFill/>
                    </a:lnR>
                    <a:lnT>
                      <a:noFill/>
                    </a:lnT>
                    <a:lnB>
                      <a:noFill/>
                    </a:lnB>
                    <a:noFill/>
                  </a:tcPr>
                </a:tc>
                <a:extLst>
                  <a:ext uri="{0D108BD9-81ED-4DB2-BD59-A6C34878D82A}">
                    <a16:rowId xmlns:a16="http://schemas.microsoft.com/office/drawing/2014/main" val="3625265218"/>
                  </a:ext>
                </a:extLst>
              </a:tr>
              <a:tr h="182880">
                <a:tc>
                  <a:txBody>
                    <a:bodyPr/>
                    <a:lstStyle/>
                    <a:p>
                      <a:pPr algn="l" fontAlgn="b"/>
                      <a:r>
                        <a:rPr lang="en-IN" sz="1100" b="0" i="0" u="none" strike="noStrike">
                          <a:solidFill>
                            <a:srgbClr val="000000"/>
                          </a:solidFill>
                          <a:effectLst/>
                          <a:latin typeface="Aptos Narrow" panose="020B0004020202020204" pitchFamily="34" charset="0"/>
                        </a:rPr>
                        <a:t>September</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46.59%</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53.41%</a:t>
                      </a:r>
                    </a:p>
                  </a:txBody>
                  <a:tcPr marL="7620" marR="7620" marT="7620" marB="0" anchor="b">
                    <a:lnL>
                      <a:noFill/>
                    </a:lnL>
                    <a:lnR>
                      <a:noFill/>
                    </a:lnR>
                    <a:lnT>
                      <a:noFill/>
                    </a:lnT>
                    <a:lnB>
                      <a:noFill/>
                    </a:lnB>
                    <a:noFill/>
                  </a:tcPr>
                </a:tc>
                <a:extLst>
                  <a:ext uri="{0D108BD9-81ED-4DB2-BD59-A6C34878D82A}">
                    <a16:rowId xmlns:a16="http://schemas.microsoft.com/office/drawing/2014/main" val="3463184047"/>
                  </a:ext>
                </a:extLst>
              </a:tr>
              <a:tr h="182880">
                <a:tc>
                  <a:txBody>
                    <a:bodyPr/>
                    <a:lstStyle/>
                    <a:p>
                      <a:pPr algn="l" fontAlgn="b"/>
                      <a:r>
                        <a:rPr lang="en-IN" sz="1100" b="0" i="0" u="none" strike="noStrike">
                          <a:solidFill>
                            <a:srgbClr val="000000"/>
                          </a:solidFill>
                          <a:effectLst/>
                          <a:latin typeface="Aptos Narrow" panose="020B0004020202020204" pitchFamily="34" charset="0"/>
                        </a:rPr>
                        <a:t>October</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55.07%</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44.93%</a:t>
                      </a:r>
                    </a:p>
                  </a:txBody>
                  <a:tcPr marL="7620" marR="7620" marT="7620" marB="0" anchor="b">
                    <a:lnL>
                      <a:noFill/>
                    </a:lnL>
                    <a:lnR>
                      <a:noFill/>
                    </a:lnR>
                    <a:lnT>
                      <a:noFill/>
                    </a:lnT>
                    <a:lnB>
                      <a:noFill/>
                    </a:lnB>
                    <a:noFill/>
                  </a:tcPr>
                </a:tc>
                <a:extLst>
                  <a:ext uri="{0D108BD9-81ED-4DB2-BD59-A6C34878D82A}">
                    <a16:rowId xmlns:a16="http://schemas.microsoft.com/office/drawing/2014/main" val="3340113963"/>
                  </a:ext>
                </a:extLst>
              </a:tr>
              <a:tr h="182880">
                <a:tc>
                  <a:txBody>
                    <a:bodyPr/>
                    <a:lstStyle/>
                    <a:p>
                      <a:pPr algn="l" fontAlgn="b"/>
                      <a:r>
                        <a:rPr lang="en-IN" sz="1100" b="0" i="0" u="none" strike="noStrike">
                          <a:solidFill>
                            <a:srgbClr val="000000"/>
                          </a:solidFill>
                          <a:effectLst/>
                          <a:latin typeface="Aptos Narrow" panose="020B0004020202020204" pitchFamily="34" charset="0"/>
                        </a:rPr>
                        <a:t>November</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58.16%</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41.84%</a:t>
                      </a:r>
                    </a:p>
                  </a:txBody>
                  <a:tcPr marL="7620" marR="7620" marT="7620" marB="0" anchor="b">
                    <a:lnL>
                      <a:noFill/>
                    </a:lnL>
                    <a:lnR>
                      <a:noFill/>
                    </a:lnR>
                    <a:lnT>
                      <a:noFill/>
                    </a:lnT>
                    <a:lnB>
                      <a:noFill/>
                    </a:lnB>
                    <a:noFill/>
                  </a:tcPr>
                </a:tc>
                <a:extLst>
                  <a:ext uri="{0D108BD9-81ED-4DB2-BD59-A6C34878D82A}">
                    <a16:rowId xmlns:a16="http://schemas.microsoft.com/office/drawing/2014/main" val="2544406202"/>
                  </a:ext>
                </a:extLst>
              </a:tr>
              <a:tr h="182880">
                <a:tc>
                  <a:txBody>
                    <a:bodyPr/>
                    <a:lstStyle/>
                    <a:p>
                      <a:pPr algn="l" fontAlgn="b"/>
                      <a:r>
                        <a:rPr lang="en-IN" sz="1100" b="0" i="0" u="none" strike="noStrike">
                          <a:solidFill>
                            <a:srgbClr val="000000"/>
                          </a:solidFill>
                          <a:effectLst/>
                          <a:latin typeface="Aptos Narrow" panose="020B0004020202020204" pitchFamily="34" charset="0"/>
                        </a:rPr>
                        <a:t>December</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37.98%</a:t>
                      </a:r>
                    </a:p>
                  </a:txBody>
                  <a:tcPr marL="7620" marR="7620" marT="7620" marB="0" anchor="b">
                    <a:lnL>
                      <a:noFill/>
                    </a:lnL>
                    <a:lnR>
                      <a:noFill/>
                    </a:lnR>
                    <a:lnT>
                      <a:noFill/>
                    </a:lnT>
                    <a:lnB>
                      <a:noFill/>
                    </a:lnB>
                    <a:noFill/>
                  </a:tcPr>
                </a:tc>
                <a:tc>
                  <a:txBody>
                    <a:bodyPr/>
                    <a:lstStyle/>
                    <a:p>
                      <a:pPr algn="r" fontAlgn="b"/>
                      <a:r>
                        <a:rPr lang="en-IN" sz="1100" b="0" i="0" u="none" strike="noStrike" dirty="0">
                          <a:solidFill>
                            <a:srgbClr val="000000"/>
                          </a:solidFill>
                          <a:effectLst/>
                          <a:latin typeface="Aptos Narrow" panose="020B0004020202020204" pitchFamily="34" charset="0"/>
                        </a:rPr>
                        <a:t>62.02%</a:t>
                      </a:r>
                    </a:p>
                  </a:txBody>
                  <a:tcPr marL="7620" marR="7620" marT="7620" marB="0" anchor="b">
                    <a:lnL>
                      <a:noFill/>
                    </a:lnL>
                    <a:lnR>
                      <a:noFill/>
                    </a:lnR>
                    <a:lnT>
                      <a:noFill/>
                    </a:lnT>
                    <a:lnB>
                      <a:noFill/>
                    </a:lnB>
                    <a:noFill/>
                  </a:tcPr>
                </a:tc>
                <a:extLst>
                  <a:ext uri="{0D108BD9-81ED-4DB2-BD59-A6C34878D82A}">
                    <a16:rowId xmlns:a16="http://schemas.microsoft.com/office/drawing/2014/main" val="3344022523"/>
                  </a:ext>
                </a:extLst>
              </a:tr>
            </a:tbl>
          </a:graphicData>
        </a:graphic>
      </p:graphicFrame>
      <p:graphicFrame>
        <p:nvGraphicFramePr>
          <p:cNvPr id="8" name="Chart 7">
            <a:extLst>
              <a:ext uri="{FF2B5EF4-FFF2-40B4-BE49-F238E27FC236}">
                <a16:creationId xmlns:a16="http://schemas.microsoft.com/office/drawing/2014/main" id="{E2192382-E868-B08B-9183-8884E8D0E8E2}"/>
              </a:ext>
            </a:extLst>
          </p:cNvPr>
          <p:cNvGraphicFramePr>
            <a:graphicFrameLocks/>
          </p:cNvGraphicFramePr>
          <p:nvPr>
            <p:extLst>
              <p:ext uri="{D42A27DB-BD31-4B8C-83A1-F6EECF244321}">
                <p14:modId xmlns:p14="http://schemas.microsoft.com/office/powerpoint/2010/main" val="4027634821"/>
              </p:ext>
            </p:extLst>
          </p:nvPr>
        </p:nvGraphicFramePr>
        <p:xfrm>
          <a:off x="2867893" y="2012644"/>
          <a:ext cx="5494020" cy="340233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e 8">
            <a:extLst>
              <a:ext uri="{FF2B5EF4-FFF2-40B4-BE49-F238E27FC236}">
                <a16:creationId xmlns:a16="http://schemas.microsoft.com/office/drawing/2014/main" id="{8288163A-5254-1610-4DC6-38E2458F13F5}"/>
              </a:ext>
            </a:extLst>
          </p:cNvPr>
          <p:cNvGraphicFramePr>
            <a:graphicFrameLocks noGrp="1"/>
          </p:cNvGraphicFramePr>
          <p:nvPr>
            <p:extLst>
              <p:ext uri="{D42A27DB-BD31-4B8C-83A1-F6EECF244321}">
                <p14:modId xmlns:p14="http://schemas.microsoft.com/office/powerpoint/2010/main" val="529883077"/>
              </p:ext>
            </p:extLst>
          </p:nvPr>
        </p:nvGraphicFramePr>
        <p:xfrm>
          <a:off x="9221144" y="1921204"/>
          <a:ext cx="2463800" cy="2743200"/>
        </p:xfrm>
        <a:graphic>
          <a:graphicData uri="http://schemas.openxmlformats.org/drawingml/2006/table">
            <a:tbl>
              <a:tblPr/>
              <a:tblGrid>
                <a:gridCol w="1092200">
                  <a:extLst>
                    <a:ext uri="{9D8B030D-6E8A-4147-A177-3AD203B41FA5}">
                      <a16:colId xmlns:a16="http://schemas.microsoft.com/office/drawing/2014/main" val="1636865747"/>
                    </a:ext>
                  </a:extLst>
                </a:gridCol>
                <a:gridCol w="685800">
                  <a:extLst>
                    <a:ext uri="{9D8B030D-6E8A-4147-A177-3AD203B41FA5}">
                      <a16:colId xmlns:a16="http://schemas.microsoft.com/office/drawing/2014/main" val="2025350216"/>
                    </a:ext>
                  </a:extLst>
                </a:gridCol>
                <a:gridCol w="685800">
                  <a:extLst>
                    <a:ext uri="{9D8B030D-6E8A-4147-A177-3AD203B41FA5}">
                      <a16:colId xmlns:a16="http://schemas.microsoft.com/office/drawing/2014/main" val="3165479476"/>
                    </a:ext>
                  </a:extLst>
                </a:gridCol>
              </a:tblGrid>
              <a:tr h="182880">
                <a:tc>
                  <a:txBody>
                    <a:bodyPr/>
                    <a:lstStyle/>
                    <a:p>
                      <a:pPr algn="l" fontAlgn="b"/>
                      <a:r>
                        <a:rPr lang="en-IN" sz="1100" b="1" i="0" u="none" strike="noStrike">
                          <a:solidFill>
                            <a:srgbClr val="000000"/>
                          </a:solidFill>
                          <a:effectLst/>
                          <a:latin typeface="Aptos Narrow" panose="020B0004020202020204" pitchFamily="34" charset="0"/>
                        </a:rPr>
                        <a:t>Sales Distribution</a:t>
                      </a:r>
                    </a:p>
                  </a:txBody>
                  <a:tcPr marL="7620" marR="7620" marT="7620" marB="0" anchor="b">
                    <a:lnL>
                      <a:noFill/>
                    </a:lnL>
                    <a:lnR>
                      <a:noFill/>
                    </a:lnR>
                    <a:lnT>
                      <a:noFill/>
                    </a:lnT>
                    <a:lnB>
                      <a:noFill/>
                    </a:lnB>
                    <a:solidFill>
                      <a:srgbClr val="C0E6F5"/>
                    </a:solidFill>
                  </a:tcPr>
                </a:tc>
                <a:tc>
                  <a:txBody>
                    <a:bodyPr/>
                    <a:lstStyle/>
                    <a:p>
                      <a:pPr algn="l" fontAlgn="b"/>
                      <a:r>
                        <a:rPr lang="en-IN" sz="1100" b="1" i="0" u="none" strike="noStrike">
                          <a:solidFill>
                            <a:srgbClr val="000000"/>
                          </a:solidFill>
                          <a:effectLst/>
                          <a:latin typeface="Aptos Narrow" panose="020B0004020202020204" pitchFamily="34" charset="0"/>
                        </a:rPr>
                        <a:t>gender</a:t>
                      </a:r>
                    </a:p>
                  </a:txBody>
                  <a:tcPr marL="7620" marR="7620" marT="7620" marB="0" anchor="b">
                    <a:lnL>
                      <a:noFill/>
                    </a:lnL>
                    <a:lnR>
                      <a:noFill/>
                    </a:lnR>
                    <a:lnT>
                      <a:noFill/>
                    </a:lnT>
                    <a:lnB>
                      <a:noFill/>
                    </a:lnB>
                    <a:solidFill>
                      <a:srgbClr val="C0E6F5"/>
                    </a:solidFill>
                  </a:tcPr>
                </a:tc>
                <a:tc>
                  <a:txBody>
                    <a:bodyPr/>
                    <a:lstStyle/>
                    <a:p>
                      <a:pPr algn="l" fontAlgn="b"/>
                      <a:endParaRPr lang="en-IN" sz="1100" b="1" i="0" u="none" strike="noStrike" dirty="0">
                        <a:solidFill>
                          <a:srgbClr val="000000"/>
                        </a:solidFill>
                        <a:effectLst/>
                        <a:latin typeface="Aptos Narrow" panose="020B0004020202020204" pitchFamily="34" charset="0"/>
                      </a:endParaRPr>
                    </a:p>
                  </a:txBody>
                  <a:tcPr marL="7620" marR="7620" marT="7620" marB="0" anchor="b">
                    <a:lnL>
                      <a:noFill/>
                    </a:lnL>
                    <a:lnR>
                      <a:noFill/>
                    </a:lnR>
                    <a:lnT>
                      <a:noFill/>
                    </a:lnT>
                    <a:lnB>
                      <a:noFill/>
                    </a:lnB>
                    <a:solidFill>
                      <a:srgbClr val="C0E6F5"/>
                    </a:solidFill>
                  </a:tcPr>
                </a:tc>
                <a:extLst>
                  <a:ext uri="{0D108BD9-81ED-4DB2-BD59-A6C34878D82A}">
                    <a16:rowId xmlns:a16="http://schemas.microsoft.com/office/drawing/2014/main" val="2722271394"/>
                  </a:ext>
                </a:extLst>
              </a:tr>
              <a:tr h="182880">
                <a:tc>
                  <a:txBody>
                    <a:bodyPr/>
                    <a:lstStyle/>
                    <a:p>
                      <a:pPr algn="l" fontAlgn="b"/>
                      <a:r>
                        <a:rPr lang="en-IN" sz="1100" b="1" i="0" u="none" strike="noStrike">
                          <a:solidFill>
                            <a:srgbClr val="000000"/>
                          </a:solidFill>
                          <a:effectLst/>
                          <a:latin typeface="Aptos Narrow" panose="020B0004020202020204" pitchFamily="34" charset="0"/>
                        </a:rPr>
                        <a:t>Month</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1100" b="1" i="0" u="none" strike="noStrike">
                          <a:solidFill>
                            <a:srgbClr val="000000"/>
                          </a:solidFill>
                          <a:effectLst/>
                          <a:latin typeface="Aptos Narrow" panose="020B0004020202020204" pitchFamily="34" charset="0"/>
                        </a:rPr>
                        <a:t>Female</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1100" b="1" i="0" u="none" strike="noStrike">
                          <a:solidFill>
                            <a:srgbClr val="000000"/>
                          </a:solidFill>
                          <a:effectLst/>
                          <a:latin typeface="Aptos Narrow" panose="020B0004020202020204" pitchFamily="34" charset="0"/>
                        </a:rPr>
                        <a:t>Male</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1925172070"/>
                  </a:ext>
                </a:extLst>
              </a:tr>
              <a:tr h="182880">
                <a:tc>
                  <a:txBody>
                    <a:bodyPr/>
                    <a:lstStyle/>
                    <a:p>
                      <a:pPr algn="l" fontAlgn="b"/>
                      <a:r>
                        <a:rPr lang="en-IN" sz="1100" b="0" i="0" u="none" strike="noStrike">
                          <a:solidFill>
                            <a:srgbClr val="000000"/>
                          </a:solidFill>
                          <a:effectLst/>
                          <a:latin typeface="Aptos Narrow" panose="020B0004020202020204" pitchFamily="34" charset="0"/>
                        </a:rPr>
                        <a:t>January</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43624.7</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42937.87</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noFill/>
                  </a:tcPr>
                </a:tc>
                <a:extLst>
                  <a:ext uri="{0D108BD9-81ED-4DB2-BD59-A6C34878D82A}">
                    <a16:rowId xmlns:a16="http://schemas.microsoft.com/office/drawing/2014/main" val="3039371833"/>
                  </a:ext>
                </a:extLst>
              </a:tr>
              <a:tr h="182880">
                <a:tc>
                  <a:txBody>
                    <a:bodyPr/>
                    <a:lstStyle/>
                    <a:p>
                      <a:pPr algn="l" fontAlgn="b"/>
                      <a:r>
                        <a:rPr lang="en-IN" sz="1100" b="0" i="0" u="none" strike="noStrike">
                          <a:solidFill>
                            <a:srgbClr val="000000"/>
                          </a:solidFill>
                          <a:effectLst/>
                          <a:latin typeface="Aptos Narrow" panose="020B0004020202020204" pitchFamily="34" charset="0"/>
                        </a:rPr>
                        <a:t>February</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38729.91</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24439.83</a:t>
                      </a:r>
                    </a:p>
                  </a:txBody>
                  <a:tcPr marL="7620" marR="7620" marT="7620" marB="0" anchor="b">
                    <a:lnL>
                      <a:noFill/>
                    </a:lnL>
                    <a:lnR>
                      <a:noFill/>
                    </a:lnR>
                    <a:lnT>
                      <a:noFill/>
                    </a:lnT>
                    <a:lnB>
                      <a:noFill/>
                    </a:lnB>
                    <a:noFill/>
                  </a:tcPr>
                </a:tc>
                <a:extLst>
                  <a:ext uri="{0D108BD9-81ED-4DB2-BD59-A6C34878D82A}">
                    <a16:rowId xmlns:a16="http://schemas.microsoft.com/office/drawing/2014/main" val="2816171581"/>
                  </a:ext>
                </a:extLst>
              </a:tr>
              <a:tr h="182880">
                <a:tc>
                  <a:txBody>
                    <a:bodyPr/>
                    <a:lstStyle/>
                    <a:p>
                      <a:pPr algn="l" fontAlgn="b"/>
                      <a:r>
                        <a:rPr lang="en-IN" sz="1100" b="0" i="0" u="none" strike="noStrike">
                          <a:solidFill>
                            <a:srgbClr val="000000"/>
                          </a:solidFill>
                          <a:effectLst/>
                          <a:latin typeface="Aptos Narrow" panose="020B0004020202020204" pitchFamily="34" charset="0"/>
                        </a:rPr>
                        <a:t>March</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30503.92</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42245.33</a:t>
                      </a:r>
                    </a:p>
                  </a:txBody>
                  <a:tcPr marL="7620" marR="7620" marT="7620" marB="0" anchor="b">
                    <a:lnL>
                      <a:noFill/>
                    </a:lnL>
                    <a:lnR>
                      <a:noFill/>
                    </a:lnR>
                    <a:lnT>
                      <a:noFill/>
                    </a:lnT>
                    <a:lnB>
                      <a:noFill/>
                    </a:lnB>
                    <a:noFill/>
                  </a:tcPr>
                </a:tc>
                <a:extLst>
                  <a:ext uri="{0D108BD9-81ED-4DB2-BD59-A6C34878D82A}">
                    <a16:rowId xmlns:a16="http://schemas.microsoft.com/office/drawing/2014/main" val="36422262"/>
                  </a:ext>
                </a:extLst>
              </a:tr>
              <a:tr h="182880">
                <a:tc>
                  <a:txBody>
                    <a:bodyPr/>
                    <a:lstStyle/>
                    <a:p>
                      <a:pPr algn="l" fontAlgn="b"/>
                      <a:r>
                        <a:rPr lang="en-IN" sz="1100" b="0" i="0" u="none" strike="noStrike">
                          <a:solidFill>
                            <a:srgbClr val="000000"/>
                          </a:solidFill>
                          <a:effectLst/>
                          <a:latin typeface="Aptos Narrow" panose="020B0004020202020204" pitchFamily="34" charset="0"/>
                        </a:rPr>
                        <a:t>April</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5491</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2466.63</a:t>
                      </a:r>
                    </a:p>
                  </a:txBody>
                  <a:tcPr marL="7620" marR="7620" marT="7620" marB="0" anchor="b">
                    <a:lnL>
                      <a:noFill/>
                    </a:lnL>
                    <a:lnR>
                      <a:noFill/>
                    </a:lnR>
                    <a:lnT>
                      <a:noFill/>
                    </a:lnT>
                    <a:lnB>
                      <a:noFill/>
                    </a:lnB>
                    <a:noFill/>
                  </a:tcPr>
                </a:tc>
                <a:extLst>
                  <a:ext uri="{0D108BD9-81ED-4DB2-BD59-A6C34878D82A}">
                    <a16:rowId xmlns:a16="http://schemas.microsoft.com/office/drawing/2014/main" val="575574130"/>
                  </a:ext>
                </a:extLst>
              </a:tr>
              <a:tr h="182880">
                <a:tc>
                  <a:txBody>
                    <a:bodyPr/>
                    <a:lstStyle/>
                    <a:p>
                      <a:pPr algn="l" fontAlgn="b"/>
                      <a:r>
                        <a:rPr lang="en-IN" sz="1100" b="0" i="0" u="none" strike="noStrike">
                          <a:solidFill>
                            <a:srgbClr val="000000"/>
                          </a:solidFill>
                          <a:effectLst/>
                          <a:latin typeface="Aptos Narrow" panose="020B0004020202020204" pitchFamily="34" charset="0"/>
                        </a:rPr>
                        <a:t>May</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9191.71</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3606.98</a:t>
                      </a:r>
                    </a:p>
                  </a:txBody>
                  <a:tcPr marL="7620" marR="7620" marT="7620" marB="0" anchor="b">
                    <a:lnL>
                      <a:noFill/>
                    </a:lnL>
                    <a:lnR>
                      <a:noFill/>
                    </a:lnR>
                    <a:lnT>
                      <a:noFill/>
                    </a:lnT>
                    <a:lnB>
                      <a:noFill/>
                    </a:lnB>
                    <a:noFill/>
                  </a:tcPr>
                </a:tc>
                <a:extLst>
                  <a:ext uri="{0D108BD9-81ED-4DB2-BD59-A6C34878D82A}">
                    <a16:rowId xmlns:a16="http://schemas.microsoft.com/office/drawing/2014/main" val="3229303351"/>
                  </a:ext>
                </a:extLst>
              </a:tr>
              <a:tr h="182880">
                <a:tc>
                  <a:txBody>
                    <a:bodyPr/>
                    <a:lstStyle/>
                    <a:p>
                      <a:pPr algn="l" fontAlgn="b"/>
                      <a:r>
                        <a:rPr lang="en-IN" sz="1100" b="0" i="0" u="none" strike="noStrike">
                          <a:solidFill>
                            <a:srgbClr val="000000"/>
                          </a:solidFill>
                          <a:effectLst/>
                          <a:latin typeface="Aptos Narrow" panose="020B0004020202020204" pitchFamily="34" charset="0"/>
                        </a:rPr>
                        <a:t>June</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3290.25</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6321.98</a:t>
                      </a:r>
                    </a:p>
                  </a:txBody>
                  <a:tcPr marL="7620" marR="7620" marT="7620" marB="0" anchor="b">
                    <a:lnL>
                      <a:noFill/>
                    </a:lnL>
                    <a:lnR>
                      <a:noFill/>
                    </a:lnR>
                    <a:lnT>
                      <a:noFill/>
                    </a:lnT>
                    <a:lnB>
                      <a:noFill/>
                    </a:lnB>
                    <a:noFill/>
                  </a:tcPr>
                </a:tc>
                <a:extLst>
                  <a:ext uri="{0D108BD9-81ED-4DB2-BD59-A6C34878D82A}">
                    <a16:rowId xmlns:a16="http://schemas.microsoft.com/office/drawing/2014/main" val="4006281351"/>
                  </a:ext>
                </a:extLst>
              </a:tr>
              <a:tr h="182880">
                <a:tc>
                  <a:txBody>
                    <a:bodyPr/>
                    <a:lstStyle/>
                    <a:p>
                      <a:pPr algn="l" fontAlgn="b"/>
                      <a:r>
                        <a:rPr lang="en-IN" sz="1100" b="0" i="0" u="none" strike="noStrike">
                          <a:solidFill>
                            <a:srgbClr val="000000"/>
                          </a:solidFill>
                          <a:effectLst/>
                          <a:latin typeface="Aptos Narrow" panose="020B0004020202020204" pitchFamily="34" charset="0"/>
                        </a:rPr>
                        <a:t>July</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5308.93</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6191.79</a:t>
                      </a:r>
                    </a:p>
                  </a:txBody>
                  <a:tcPr marL="7620" marR="7620" marT="7620" marB="0" anchor="b">
                    <a:lnL>
                      <a:noFill/>
                    </a:lnL>
                    <a:lnR>
                      <a:noFill/>
                    </a:lnR>
                    <a:lnT>
                      <a:noFill/>
                    </a:lnT>
                    <a:lnB>
                      <a:noFill/>
                    </a:lnB>
                    <a:noFill/>
                  </a:tcPr>
                </a:tc>
                <a:extLst>
                  <a:ext uri="{0D108BD9-81ED-4DB2-BD59-A6C34878D82A}">
                    <a16:rowId xmlns:a16="http://schemas.microsoft.com/office/drawing/2014/main" val="3202419215"/>
                  </a:ext>
                </a:extLst>
              </a:tr>
              <a:tr h="182880">
                <a:tc>
                  <a:txBody>
                    <a:bodyPr/>
                    <a:lstStyle/>
                    <a:p>
                      <a:pPr algn="l" fontAlgn="b"/>
                      <a:r>
                        <a:rPr lang="en-IN" sz="1100" b="0" i="0" u="none" strike="noStrike">
                          <a:solidFill>
                            <a:srgbClr val="000000"/>
                          </a:solidFill>
                          <a:effectLst/>
                          <a:latin typeface="Aptos Narrow" panose="020B0004020202020204" pitchFamily="34" charset="0"/>
                        </a:rPr>
                        <a:t>August</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9795.38</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3708.4</a:t>
                      </a:r>
                    </a:p>
                  </a:txBody>
                  <a:tcPr marL="7620" marR="7620" marT="7620" marB="0" anchor="b">
                    <a:lnL>
                      <a:noFill/>
                    </a:lnL>
                    <a:lnR>
                      <a:noFill/>
                    </a:lnR>
                    <a:lnT>
                      <a:noFill/>
                    </a:lnT>
                    <a:lnB>
                      <a:noFill/>
                    </a:lnB>
                    <a:noFill/>
                  </a:tcPr>
                </a:tc>
                <a:extLst>
                  <a:ext uri="{0D108BD9-81ED-4DB2-BD59-A6C34878D82A}">
                    <a16:rowId xmlns:a16="http://schemas.microsoft.com/office/drawing/2014/main" val="823341506"/>
                  </a:ext>
                </a:extLst>
              </a:tr>
              <a:tr h="182880">
                <a:tc>
                  <a:txBody>
                    <a:bodyPr/>
                    <a:lstStyle/>
                    <a:p>
                      <a:pPr algn="l" fontAlgn="b"/>
                      <a:r>
                        <a:rPr lang="en-IN" sz="1100" b="0" i="0" u="none" strike="noStrike">
                          <a:solidFill>
                            <a:srgbClr val="000000"/>
                          </a:solidFill>
                          <a:effectLst/>
                          <a:latin typeface="Aptos Narrow" panose="020B0004020202020204" pitchFamily="34" charset="0"/>
                        </a:rPr>
                        <a:t>September</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6414.48</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7352.8</a:t>
                      </a:r>
                    </a:p>
                  </a:txBody>
                  <a:tcPr marL="7620" marR="7620" marT="7620" marB="0" anchor="b">
                    <a:lnL>
                      <a:noFill/>
                    </a:lnL>
                    <a:lnR>
                      <a:noFill/>
                    </a:lnR>
                    <a:lnT>
                      <a:noFill/>
                    </a:lnT>
                    <a:lnB>
                      <a:noFill/>
                    </a:lnB>
                    <a:noFill/>
                  </a:tcPr>
                </a:tc>
                <a:extLst>
                  <a:ext uri="{0D108BD9-81ED-4DB2-BD59-A6C34878D82A}">
                    <a16:rowId xmlns:a16="http://schemas.microsoft.com/office/drawing/2014/main" val="837778865"/>
                  </a:ext>
                </a:extLst>
              </a:tr>
              <a:tr h="182880">
                <a:tc>
                  <a:txBody>
                    <a:bodyPr/>
                    <a:lstStyle/>
                    <a:p>
                      <a:pPr algn="l" fontAlgn="b"/>
                      <a:r>
                        <a:rPr lang="en-IN" sz="1100" b="0" i="0" u="none" strike="noStrike">
                          <a:solidFill>
                            <a:srgbClr val="000000"/>
                          </a:solidFill>
                          <a:effectLst/>
                          <a:latin typeface="Aptos Narrow" panose="020B0004020202020204" pitchFamily="34" charset="0"/>
                        </a:rPr>
                        <a:t>October</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5433.13</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4432.07</a:t>
                      </a:r>
                    </a:p>
                  </a:txBody>
                  <a:tcPr marL="7620" marR="7620" marT="7620" marB="0" anchor="b">
                    <a:lnL>
                      <a:noFill/>
                    </a:lnL>
                    <a:lnR>
                      <a:noFill/>
                    </a:lnR>
                    <a:lnT>
                      <a:noFill/>
                    </a:lnT>
                    <a:lnB>
                      <a:noFill/>
                    </a:lnB>
                    <a:noFill/>
                  </a:tcPr>
                </a:tc>
                <a:extLst>
                  <a:ext uri="{0D108BD9-81ED-4DB2-BD59-A6C34878D82A}">
                    <a16:rowId xmlns:a16="http://schemas.microsoft.com/office/drawing/2014/main" val="1891217956"/>
                  </a:ext>
                </a:extLst>
              </a:tr>
              <a:tr h="182880">
                <a:tc>
                  <a:txBody>
                    <a:bodyPr/>
                    <a:lstStyle/>
                    <a:p>
                      <a:pPr algn="l" fontAlgn="b"/>
                      <a:r>
                        <a:rPr lang="en-IN" sz="1100" b="0" i="0" u="none" strike="noStrike">
                          <a:solidFill>
                            <a:srgbClr val="000000"/>
                          </a:solidFill>
                          <a:effectLst/>
                          <a:latin typeface="Aptos Narrow" panose="020B0004020202020204" pitchFamily="34" charset="0"/>
                        </a:rPr>
                        <a:t>November</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5594.36</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4024.01</a:t>
                      </a:r>
                    </a:p>
                  </a:txBody>
                  <a:tcPr marL="7620" marR="7620" marT="7620" marB="0" anchor="b">
                    <a:lnL>
                      <a:noFill/>
                    </a:lnL>
                    <a:lnR>
                      <a:noFill/>
                    </a:lnR>
                    <a:lnT>
                      <a:noFill/>
                    </a:lnT>
                    <a:lnB>
                      <a:noFill/>
                    </a:lnB>
                    <a:noFill/>
                  </a:tcPr>
                </a:tc>
                <a:extLst>
                  <a:ext uri="{0D108BD9-81ED-4DB2-BD59-A6C34878D82A}">
                    <a16:rowId xmlns:a16="http://schemas.microsoft.com/office/drawing/2014/main" val="2432458405"/>
                  </a:ext>
                </a:extLst>
              </a:tr>
              <a:tr h="182880">
                <a:tc>
                  <a:txBody>
                    <a:bodyPr/>
                    <a:lstStyle/>
                    <a:p>
                      <a:pPr algn="l" fontAlgn="b"/>
                      <a:r>
                        <a:rPr lang="en-IN" sz="1100" b="0" i="0" u="none" strike="noStrike">
                          <a:solidFill>
                            <a:srgbClr val="000000"/>
                          </a:solidFill>
                          <a:effectLst/>
                          <a:latin typeface="Aptos Narrow" panose="020B0004020202020204" pitchFamily="34" charset="0"/>
                        </a:rPr>
                        <a:t>December</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4505.17</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7356.13</a:t>
                      </a:r>
                    </a:p>
                  </a:txBody>
                  <a:tcPr marL="7620" marR="7620" marT="7620" marB="0" anchor="b">
                    <a:lnL>
                      <a:noFill/>
                    </a:lnL>
                    <a:lnR>
                      <a:noFill/>
                    </a:lnR>
                    <a:lnT>
                      <a:noFill/>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59430418"/>
                  </a:ext>
                </a:extLst>
              </a:tr>
              <a:tr h="182880">
                <a:tc>
                  <a:txBody>
                    <a:bodyPr/>
                    <a:lstStyle/>
                    <a:p>
                      <a:pPr algn="l" fontAlgn="b"/>
                      <a:r>
                        <a:rPr lang="en-IN" sz="1100" b="1" i="0" u="none" strike="noStrike">
                          <a:solidFill>
                            <a:srgbClr val="000000"/>
                          </a:solidFill>
                          <a:effectLst/>
                          <a:latin typeface="Aptos Narrow" panose="020B0004020202020204" pitchFamily="34" charset="0"/>
                        </a:rPr>
                        <a:t>Grand Total</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r" fontAlgn="b"/>
                      <a:r>
                        <a:rPr lang="en-IN" sz="1100" b="1" i="0" u="none" strike="noStrike">
                          <a:solidFill>
                            <a:srgbClr val="000000"/>
                          </a:solidFill>
                          <a:effectLst/>
                          <a:latin typeface="Aptos Narrow" panose="020B0004020202020204" pitchFamily="34" charset="0"/>
                        </a:rPr>
                        <a:t>167882.94</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r" fontAlgn="b"/>
                      <a:r>
                        <a:rPr lang="en-IN" sz="1100" b="1" i="0" u="none" strike="noStrike" dirty="0">
                          <a:solidFill>
                            <a:srgbClr val="000000"/>
                          </a:solidFill>
                          <a:effectLst/>
                          <a:latin typeface="Aptos Narrow" panose="020B0004020202020204" pitchFamily="34" charset="0"/>
                        </a:rPr>
                        <a:t>155083.82</a:t>
                      </a:r>
                    </a:p>
                  </a:txBody>
                  <a:tcPr marL="7620" marR="7620" marT="7620"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extLst>
                  <a:ext uri="{0D108BD9-81ED-4DB2-BD59-A6C34878D82A}">
                    <a16:rowId xmlns:a16="http://schemas.microsoft.com/office/drawing/2014/main" val="1251529767"/>
                  </a:ext>
                </a:extLst>
              </a:tr>
            </a:tbl>
          </a:graphicData>
        </a:graphic>
      </p:graphicFrame>
      <p:sp>
        <p:nvSpPr>
          <p:cNvPr id="11" name="TextBox 10">
            <a:extLst>
              <a:ext uri="{FF2B5EF4-FFF2-40B4-BE49-F238E27FC236}">
                <a16:creationId xmlns:a16="http://schemas.microsoft.com/office/drawing/2014/main" id="{80C25826-AE7F-5817-5AA8-C424EBC0DA25}"/>
              </a:ext>
            </a:extLst>
          </p:cNvPr>
          <p:cNvSpPr txBox="1"/>
          <p:nvPr/>
        </p:nvSpPr>
        <p:spPr>
          <a:xfrm>
            <a:off x="1743958" y="5657671"/>
            <a:ext cx="9940985"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Query  to sales distribution between male and female customers on a monthly basis and formatted table by using pivot feature in excel  is shown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overall and also on monthly basis sales distribution for female is high than males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1305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A4CECF-E7B3-3D69-A8C6-4D13C553D139}"/>
              </a:ext>
            </a:extLst>
          </p:cNvPr>
          <p:cNvSpPr>
            <a:spLocks noGrp="1"/>
          </p:cNvSpPr>
          <p:nvPr>
            <p:ph idx="1"/>
          </p:nvPr>
        </p:nvSpPr>
        <p:spPr>
          <a:xfrm>
            <a:off x="0" y="0"/>
            <a:ext cx="1462548" cy="573446"/>
          </a:xfrm>
        </p:spPr>
        <p:txBody>
          <a:bodyPr/>
          <a:lstStyle/>
          <a:p>
            <a:pPr marL="0" indent="0">
              <a:buNone/>
            </a:pPr>
            <a:r>
              <a:rPr lang="en-IN" dirty="0"/>
              <a:t>Task 7</a:t>
            </a:r>
          </a:p>
        </p:txBody>
      </p:sp>
      <p:pic>
        <p:nvPicPr>
          <p:cNvPr id="7" name="Picture 6">
            <a:extLst>
              <a:ext uri="{FF2B5EF4-FFF2-40B4-BE49-F238E27FC236}">
                <a16:creationId xmlns:a16="http://schemas.microsoft.com/office/drawing/2014/main" id="{FB9B3649-71EC-1CE6-12AE-8D1979D9B4C0}"/>
              </a:ext>
            </a:extLst>
          </p:cNvPr>
          <p:cNvPicPr>
            <a:picLocks noChangeAspect="1"/>
          </p:cNvPicPr>
          <p:nvPr/>
        </p:nvPicPr>
        <p:blipFill>
          <a:blip r:embed="rId2"/>
          <a:stretch>
            <a:fillRect/>
          </a:stretch>
        </p:blipFill>
        <p:spPr>
          <a:xfrm>
            <a:off x="-3142" y="4310937"/>
            <a:ext cx="6561055" cy="981212"/>
          </a:xfrm>
          <a:prstGeom prst="rect">
            <a:avLst/>
          </a:prstGeom>
        </p:spPr>
      </p:pic>
      <p:graphicFrame>
        <p:nvGraphicFramePr>
          <p:cNvPr id="8" name="Table 7">
            <a:extLst>
              <a:ext uri="{FF2B5EF4-FFF2-40B4-BE49-F238E27FC236}">
                <a16:creationId xmlns:a16="http://schemas.microsoft.com/office/drawing/2014/main" id="{F52D228F-9F63-BB35-A2F2-550E887C223B}"/>
              </a:ext>
            </a:extLst>
          </p:cNvPr>
          <p:cNvGraphicFramePr>
            <a:graphicFrameLocks noGrp="1"/>
          </p:cNvGraphicFramePr>
          <p:nvPr>
            <p:extLst>
              <p:ext uri="{D42A27DB-BD31-4B8C-83A1-F6EECF244321}">
                <p14:modId xmlns:p14="http://schemas.microsoft.com/office/powerpoint/2010/main" val="3669954807"/>
              </p:ext>
            </p:extLst>
          </p:nvPr>
        </p:nvGraphicFramePr>
        <p:xfrm>
          <a:off x="7634926" y="596346"/>
          <a:ext cx="3200400" cy="1272540"/>
        </p:xfrm>
        <a:graphic>
          <a:graphicData uri="http://schemas.openxmlformats.org/drawingml/2006/table">
            <a:tbl>
              <a:tblPr/>
              <a:tblGrid>
                <a:gridCol w="1333500">
                  <a:extLst>
                    <a:ext uri="{9D8B030D-6E8A-4147-A177-3AD203B41FA5}">
                      <a16:colId xmlns:a16="http://schemas.microsoft.com/office/drawing/2014/main" val="1945233401"/>
                    </a:ext>
                  </a:extLst>
                </a:gridCol>
                <a:gridCol w="1866900">
                  <a:extLst>
                    <a:ext uri="{9D8B030D-6E8A-4147-A177-3AD203B41FA5}">
                      <a16:colId xmlns:a16="http://schemas.microsoft.com/office/drawing/2014/main" val="1830556335"/>
                    </a:ext>
                  </a:extLst>
                </a:gridCol>
              </a:tblGrid>
              <a:tr h="0">
                <a:tc>
                  <a:txBody>
                    <a:bodyPr/>
                    <a:lstStyle/>
                    <a:p>
                      <a:pPr algn="l" fontAlgn="b"/>
                      <a:r>
                        <a:rPr lang="en-IN" sz="1100" b="1" i="0" u="none" strike="noStrike">
                          <a:solidFill>
                            <a:srgbClr val="FFFFFF"/>
                          </a:solidFill>
                          <a:effectLst/>
                          <a:latin typeface="Aptos Narrow" panose="020B0004020202020204" pitchFamily="34" charset="0"/>
                        </a:rPr>
                        <a:t>Product_line</a:t>
                      </a:r>
                    </a:p>
                  </a:txBody>
                  <a:tcPr marL="7620" marR="7620" marT="762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02B93"/>
                    </a:solidFill>
                  </a:tcPr>
                </a:tc>
                <a:tc>
                  <a:txBody>
                    <a:bodyPr/>
                    <a:lstStyle/>
                    <a:p>
                      <a:pPr algn="l" fontAlgn="b"/>
                      <a:r>
                        <a:rPr lang="en-IN" sz="1100" b="1" i="0" u="none" strike="noStrike">
                          <a:solidFill>
                            <a:srgbClr val="FFFFFF"/>
                          </a:solidFill>
                          <a:effectLst/>
                          <a:latin typeface="Aptos Narrow" panose="020B0004020202020204" pitchFamily="34" charset="0"/>
                        </a:rPr>
                        <a:t>NO.of Normal CustomerType</a:t>
                      </a:r>
                    </a:p>
                  </a:txBody>
                  <a:tcPr marL="7620" marR="7620" marT="762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02B93"/>
                    </a:solidFill>
                  </a:tcPr>
                </a:tc>
                <a:extLst>
                  <a:ext uri="{0D108BD9-81ED-4DB2-BD59-A6C34878D82A}">
                    <a16:rowId xmlns:a16="http://schemas.microsoft.com/office/drawing/2014/main" val="3647500528"/>
                  </a:ext>
                </a:extLst>
              </a:tr>
              <a:tr h="182880">
                <a:tc>
                  <a:txBody>
                    <a:bodyPr/>
                    <a:lstStyle/>
                    <a:p>
                      <a:pPr algn="l" fontAlgn="b"/>
                      <a:r>
                        <a:rPr lang="en-IN" sz="1100" b="0" i="0" u="none" strike="noStrike">
                          <a:solidFill>
                            <a:srgbClr val="000000"/>
                          </a:solidFill>
                          <a:effectLst/>
                          <a:latin typeface="Aptos Narrow" panose="020B0004020202020204" pitchFamily="34" charset="0"/>
                        </a:rPr>
                        <a:t>Electronic accessories</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r>
                        <a:rPr lang="en-IN" sz="1100" b="0" i="0" u="none" strike="noStrike">
                          <a:solidFill>
                            <a:srgbClr val="000000"/>
                          </a:solidFill>
                          <a:effectLst/>
                          <a:latin typeface="Aptos Narrow" panose="020B0004020202020204" pitchFamily="34" charset="0"/>
                        </a:rPr>
                        <a:t>92</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4221180075"/>
                  </a:ext>
                </a:extLst>
              </a:tr>
              <a:tr h="182880">
                <a:tc>
                  <a:txBody>
                    <a:bodyPr/>
                    <a:lstStyle/>
                    <a:p>
                      <a:pPr algn="l" fontAlgn="b"/>
                      <a:r>
                        <a:rPr lang="en-IN" sz="1100" b="0" i="0" u="none" strike="noStrike">
                          <a:solidFill>
                            <a:srgbClr val="000000"/>
                          </a:solidFill>
                          <a:effectLst/>
                          <a:latin typeface="Aptos Narrow" panose="020B0004020202020204" pitchFamily="34" charset="0"/>
                        </a:rPr>
                        <a:t>Fashion accessories</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92</a:t>
                      </a:r>
                    </a:p>
                  </a:txBody>
                  <a:tcPr marL="7620" marR="7620" marT="7620" marB="0" anchor="b">
                    <a:lnL>
                      <a:noFill/>
                    </a:lnL>
                    <a:lnR>
                      <a:noFill/>
                    </a:lnR>
                    <a:lnT>
                      <a:noFill/>
                    </a:lnT>
                    <a:lnB>
                      <a:noFill/>
                    </a:lnB>
                    <a:noFill/>
                  </a:tcPr>
                </a:tc>
                <a:extLst>
                  <a:ext uri="{0D108BD9-81ED-4DB2-BD59-A6C34878D82A}">
                    <a16:rowId xmlns:a16="http://schemas.microsoft.com/office/drawing/2014/main" val="3689478812"/>
                  </a:ext>
                </a:extLst>
              </a:tr>
              <a:tr h="182880">
                <a:tc>
                  <a:txBody>
                    <a:bodyPr/>
                    <a:lstStyle/>
                    <a:p>
                      <a:pPr algn="l" fontAlgn="b"/>
                      <a:r>
                        <a:rPr lang="en-IN" sz="1100" b="0" i="0" u="none" strike="noStrike">
                          <a:solidFill>
                            <a:srgbClr val="000000"/>
                          </a:solidFill>
                          <a:effectLst/>
                          <a:latin typeface="Aptos Narrow" panose="020B0004020202020204" pitchFamily="34" charset="0"/>
                        </a:rPr>
                        <a:t>Food and beverages</a:t>
                      </a:r>
                    </a:p>
                  </a:txBody>
                  <a:tcPr marL="7620" marR="7620" marT="7620" marB="0" anchor="b">
                    <a:lnL>
                      <a:noFill/>
                    </a:lnL>
                    <a:lnR>
                      <a:noFill/>
                    </a:lnR>
                    <a:lnT>
                      <a:noFill/>
                    </a:lnT>
                    <a:lnB>
                      <a:noFill/>
                    </a:lnB>
                    <a:solidFill>
                      <a:srgbClr val="D9D9D9"/>
                    </a:solidFill>
                  </a:tcPr>
                </a:tc>
                <a:tc>
                  <a:txBody>
                    <a:bodyPr/>
                    <a:lstStyle/>
                    <a:p>
                      <a:pPr algn="r" fontAlgn="b"/>
                      <a:r>
                        <a:rPr lang="en-IN" sz="1100" b="0" i="0" u="none" strike="noStrike">
                          <a:solidFill>
                            <a:srgbClr val="000000"/>
                          </a:solidFill>
                          <a:effectLst/>
                          <a:latin typeface="Aptos Narrow" panose="020B0004020202020204" pitchFamily="34" charset="0"/>
                        </a:rPr>
                        <a:t>80</a:t>
                      </a:r>
                    </a:p>
                  </a:txBody>
                  <a:tcPr marL="7620" marR="7620" marT="7620" marB="0" anchor="b">
                    <a:lnL>
                      <a:noFill/>
                    </a:lnL>
                    <a:lnR>
                      <a:noFill/>
                    </a:lnR>
                    <a:lnT>
                      <a:noFill/>
                    </a:lnT>
                    <a:lnB>
                      <a:noFill/>
                    </a:lnB>
                    <a:solidFill>
                      <a:srgbClr val="D9D9D9"/>
                    </a:solidFill>
                  </a:tcPr>
                </a:tc>
                <a:extLst>
                  <a:ext uri="{0D108BD9-81ED-4DB2-BD59-A6C34878D82A}">
                    <a16:rowId xmlns:a16="http://schemas.microsoft.com/office/drawing/2014/main" val="2837891459"/>
                  </a:ext>
                </a:extLst>
              </a:tr>
              <a:tr h="182880">
                <a:tc>
                  <a:txBody>
                    <a:bodyPr/>
                    <a:lstStyle/>
                    <a:p>
                      <a:pPr algn="l" fontAlgn="b"/>
                      <a:r>
                        <a:rPr lang="en-IN" sz="1100" b="0" i="0" u="none" strike="noStrike">
                          <a:solidFill>
                            <a:srgbClr val="000000"/>
                          </a:solidFill>
                          <a:effectLst/>
                          <a:latin typeface="Aptos Narrow" panose="020B0004020202020204" pitchFamily="34" charset="0"/>
                        </a:rPr>
                        <a:t>Sports and travel</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79</a:t>
                      </a:r>
                    </a:p>
                  </a:txBody>
                  <a:tcPr marL="7620" marR="7620" marT="7620" marB="0" anchor="b">
                    <a:lnL>
                      <a:noFill/>
                    </a:lnL>
                    <a:lnR>
                      <a:noFill/>
                    </a:lnR>
                    <a:lnT>
                      <a:noFill/>
                    </a:lnT>
                    <a:lnB>
                      <a:noFill/>
                    </a:lnB>
                    <a:noFill/>
                  </a:tcPr>
                </a:tc>
                <a:extLst>
                  <a:ext uri="{0D108BD9-81ED-4DB2-BD59-A6C34878D82A}">
                    <a16:rowId xmlns:a16="http://schemas.microsoft.com/office/drawing/2014/main" val="1248633803"/>
                  </a:ext>
                </a:extLst>
              </a:tr>
              <a:tr h="182880">
                <a:tc>
                  <a:txBody>
                    <a:bodyPr/>
                    <a:lstStyle/>
                    <a:p>
                      <a:pPr algn="l" fontAlgn="b"/>
                      <a:r>
                        <a:rPr lang="en-IN" sz="1100" b="0" i="0" u="none" strike="noStrike">
                          <a:solidFill>
                            <a:srgbClr val="000000"/>
                          </a:solidFill>
                          <a:effectLst/>
                          <a:latin typeface="Aptos Narrow" panose="020B0004020202020204" pitchFamily="34" charset="0"/>
                        </a:rPr>
                        <a:t>Health and beauty</a:t>
                      </a:r>
                    </a:p>
                  </a:txBody>
                  <a:tcPr marL="7620" marR="7620" marT="7620" marB="0" anchor="b">
                    <a:lnL>
                      <a:noFill/>
                    </a:lnL>
                    <a:lnR>
                      <a:noFill/>
                    </a:lnR>
                    <a:lnT>
                      <a:noFill/>
                    </a:lnT>
                    <a:lnB>
                      <a:noFill/>
                    </a:lnB>
                    <a:solidFill>
                      <a:srgbClr val="D9D9D9"/>
                    </a:solidFill>
                  </a:tcPr>
                </a:tc>
                <a:tc>
                  <a:txBody>
                    <a:bodyPr/>
                    <a:lstStyle/>
                    <a:p>
                      <a:pPr algn="r" fontAlgn="b"/>
                      <a:r>
                        <a:rPr lang="en-IN" sz="1100" b="0" i="0" u="none" strike="noStrike">
                          <a:solidFill>
                            <a:srgbClr val="000000"/>
                          </a:solidFill>
                          <a:effectLst/>
                          <a:latin typeface="Aptos Narrow" panose="020B0004020202020204" pitchFamily="34" charset="0"/>
                        </a:rPr>
                        <a:t>79</a:t>
                      </a:r>
                    </a:p>
                  </a:txBody>
                  <a:tcPr marL="7620" marR="7620" marT="7620" marB="0" anchor="b">
                    <a:lnL>
                      <a:noFill/>
                    </a:lnL>
                    <a:lnR>
                      <a:noFill/>
                    </a:lnR>
                    <a:lnT>
                      <a:noFill/>
                    </a:lnT>
                    <a:lnB>
                      <a:noFill/>
                    </a:lnB>
                    <a:solidFill>
                      <a:srgbClr val="D9D9D9"/>
                    </a:solidFill>
                  </a:tcPr>
                </a:tc>
                <a:extLst>
                  <a:ext uri="{0D108BD9-81ED-4DB2-BD59-A6C34878D82A}">
                    <a16:rowId xmlns:a16="http://schemas.microsoft.com/office/drawing/2014/main" val="655395421"/>
                  </a:ext>
                </a:extLst>
              </a:tr>
              <a:tr h="182880">
                <a:tc>
                  <a:txBody>
                    <a:bodyPr/>
                    <a:lstStyle/>
                    <a:p>
                      <a:pPr algn="l" fontAlgn="b"/>
                      <a:r>
                        <a:rPr lang="en-IN" sz="1100" b="0" i="0" u="none" strike="noStrike">
                          <a:solidFill>
                            <a:srgbClr val="000000"/>
                          </a:solidFill>
                          <a:effectLst/>
                          <a:latin typeface="Aptos Narrow" panose="020B0004020202020204" pitchFamily="34" charset="0"/>
                        </a:rPr>
                        <a:t>Home and lifestyle</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r" fontAlgn="b"/>
                      <a:r>
                        <a:rPr lang="en-IN" sz="1100" b="0" i="0" u="none" strike="noStrike" dirty="0">
                          <a:solidFill>
                            <a:srgbClr val="000000"/>
                          </a:solidFill>
                          <a:effectLst/>
                          <a:latin typeface="Aptos Narrow" panose="020B0004020202020204" pitchFamily="34" charset="0"/>
                        </a:rPr>
                        <a:t>77</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0025386"/>
                  </a:ext>
                </a:extLst>
              </a:tr>
            </a:tbl>
          </a:graphicData>
        </a:graphic>
      </p:graphicFrame>
      <p:graphicFrame>
        <p:nvGraphicFramePr>
          <p:cNvPr id="9" name="Table 8">
            <a:extLst>
              <a:ext uri="{FF2B5EF4-FFF2-40B4-BE49-F238E27FC236}">
                <a16:creationId xmlns:a16="http://schemas.microsoft.com/office/drawing/2014/main" id="{27DDDBF0-3B70-9107-353F-4529E2DD40D8}"/>
              </a:ext>
            </a:extLst>
          </p:cNvPr>
          <p:cNvGraphicFramePr>
            <a:graphicFrameLocks noGrp="1"/>
          </p:cNvGraphicFramePr>
          <p:nvPr>
            <p:extLst>
              <p:ext uri="{D42A27DB-BD31-4B8C-83A1-F6EECF244321}">
                <p14:modId xmlns:p14="http://schemas.microsoft.com/office/powerpoint/2010/main" val="4091487230"/>
              </p:ext>
            </p:extLst>
          </p:nvPr>
        </p:nvGraphicFramePr>
        <p:xfrm>
          <a:off x="7605336" y="2294107"/>
          <a:ext cx="3259580" cy="1280160"/>
        </p:xfrm>
        <a:graphic>
          <a:graphicData uri="http://schemas.openxmlformats.org/drawingml/2006/table">
            <a:tbl>
              <a:tblPr/>
              <a:tblGrid>
                <a:gridCol w="1333500">
                  <a:extLst>
                    <a:ext uri="{9D8B030D-6E8A-4147-A177-3AD203B41FA5}">
                      <a16:colId xmlns:a16="http://schemas.microsoft.com/office/drawing/2014/main" val="849858540"/>
                    </a:ext>
                  </a:extLst>
                </a:gridCol>
                <a:gridCol w="1926080">
                  <a:extLst>
                    <a:ext uri="{9D8B030D-6E8A-4147-A177-3AD203B41FA5}">
                      <a16:colId xmlns:a16="http://schemas.microsoft.com/office/drawing/2014/main" val="3562493313"/>
                    </a:ext>
                  </a:extLst>
                </a:gridCol>
              </a:tblGrid>
              <a:tr h="182880">
                <a:tc>
                  <a:txBody>
                    <a:bodyPr/>
                    <a:lstStyle/>
                    <a:p>
                      <a:pPr algn="l" fontAlgn="b"/>
                      <a:r>
                        <a:rPr lang="en-IN" sz="1100" b="1" i="0" u="none" strike="noStrike" dirty="0" err="1">
                          <a:solidFill>
                            <a:srgbClr val="FFFFFF"/>
                          </a:solidFill>
                          <a:effectLst/>
                          <a:latin typeface="Aptos Narrow" panose="020B0004020202020204" pitchFamily="34" charset="0"/>
                        </a:rPr>
                        <a:t>Product_line</a:t>
                      </a:r>
                      <a:endParaRPr lang="en-IN" sz="1100" b="1" i="0" u="none" strike="noStrike" dirty="0">
                        <a:solidFill>
                          <a:srgbClr val="FFFFFF"/>
                        </a:solidFill>
                        <a:effectLst/>
                        <a:latin typeface="Aptos Narrow" panose="020B000402020202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02B93"/>
                    </a:solidFill>
                  </a:tcPr>
                </a:tc>
                <a:tc>
                  <a:txBody>
                    <a:bodyPr/>
                    <a:lstStyle/>
                    <a:p>
                      <a:pPr algn="l" fontAlgn="b"/>
                      <a:r>
                        <a:rPr lang="en-IN" sz="1100" b="1" i="0" u="none" strike="noStrike">
                          <a:solidFill>
                            <a:srgbClr val="FFFFFF"/>
                          </a:solidFill>
                          <a:effectLst/>
                          <a:latin typeface="Aptos Narrow" panose="020B0004020202020204" pitchFamily="34" charset="0"/>
                        </a:rPr>
                        <a:t>NO.of Member CustomerType</a:t>
                      </a:r>
                    </a:p>
                  </a:txBody>
                  <a:tcPr marL="7620" marR="7620" marT="762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02B93"/>
                    </a:solidFill>
                  </a:tcPr>
                </a:tc>
                <a:extLst>
                  <a:ext uri="{0D108BD9-81ED-4DB2-BD59-A6C34878D82A}">
                    <a16:rowId xmlns:a16="http://schemas.microsoft.com/office/drawing/2014/main" val="2134046797"/>
                  </a:ext>
                </a:extLst>
              </a:tr>
              <a:tr h="182880">
                <a:tc>
                  <a:txBody>
                    <a:bodyPr/>
                    <a:lstStyle/>
                    <a:p>
                      <a:pPr algn="l" fontAlgn="b"/>
                      <a:r>
                        <a:rPr lang="en-IN" sz="1100" b="0" i="0" u="none" strike="noStrike">
                          <a:solidFill>
                            <a:srgbClr val="000000"/>
                          </a:solidFill>
                          <a:effectLst/>
                          <a:latin typeface="Aptos Narrow" panose="020B0004020202020204" pitchFamily="34" charset="0"/>
                        </a:rPr>
                        <a:t>Food and beverages</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r>
                        <a:rPr lang="en-IN" sz="1100" b="0" i="0" u="none" strike="noStrike">
                          <a:solidFill>
                            <a:srgbClr val="000000"/>
                          </a:solidFill>
                          <a:effectLst/>
                          <a:latin typeface="Aptos Narrow" panose="020B0004020202020204" pitchFamily="34" charset="0"/>
                        </a:rPr>
                        <a:t>94</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284132526"/>
                  </a:ext>
                </a:extLst>
              </a:tr>
              <a:tr h="182880">
                <a:tc>
                  <a:txBody>
                    <a:bodyPr/>
                    <a:lstStyle/>
                    <a:p>
                      <a:pPr algn="l" fontAlgn="b"/>
                      <a:r>
                        <a:rPr lang="en-IN" sz="1100" b="0" i="0" u="none" strike="noStrike">
                          <a:solidFill>
                            <a:srgbClr val="000000"/>
                          </a:solidFill>
                          <a:effectLst/>
                          <a:latin typeface="Aptos Narrow" panose="020B0004020202020204" pitchFamily="34" charset="0"/>
                        </a:rPr>
                        <a:t>Sports and travel</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87</a:t>
                      </a:r>
                    </a:p>
                  </a:txBody>
                  <a:tcPr marL="7620" marR="7620" marT="7620" marB="0" anchor="b">
                    <a:lnL>
                      <a:noFill/>
                    </a:lnL>
                    <a:lnR>
                      <a:noFill/>
                    </a:lnR>
                    <a:lnT>
                      <a:noFill/>
                    </a:lnT>
                    <a:lnB>
                      <a:noFill/>
                    </a:lnB>
                    <a:noFill/>
                  </a:tcPr>
                </a:tc>
                <a:extLst>
                  <a:ext uri="{0D108BD9-81ED-4DB2-BD59-A6C34878D82A}">
                    <a16:rowId xmlns:a16="http://schemas.microsoft.com/office/drawing/2014/main" val="3404956117"/>
                  </a:ext>
                </a:extLst>
              </a:tr>
              <a:tr h="182880">
                <a:tc>
                  <a:txBody>
                    <a:bodyPr/>
                    <a:lstStyle/>
                    <a:p>
                      <a:pPr algn="l" fontAlgn="b"/>
                      <a:r>
                        <a:rPr lang="en-IN" sz="1100" b="0" i="0" u="none" strike="noStrike">
                          <a:solidFill>
                            <a:srgbClr val="000000"/>
                          </a:solidFill>
                          <a:effectLst/>
                          <a:latin typeface="Aptos Narrow" panose="020B0004020202020204" pitchFamily="34" charset="0"/>
                        </a:rPr>
                        <a:t>Fashion accessories</a:t>
                      </a:r>
                    </a:p>
                  </a:txBody>
                  <a:tcPr marL="7620" marR="7620" marT="7620" marB="0" anchor="b">
                    <a:lnL>
                      <a:noFill/>
                    </a:lnL>
                    <a:lnR>
                      <a:noFill/>
                    </a:lnR>
                    <a:lnT>
                      <a:noFill/>
                    </a:lnT>
                    <a:lnB>
                      <a:noFill/>
                    </a:lnB>
                    <a:solidFill>
                      <a:srgbClr val="D9D9D9"/>
                    </a:solidFill>
                  </a:tcPr>
                </a:tc>
                <a:tc>
                  <a:txBody>
                    <a:bodyPr/>
                    <a:lstStyle/>
                    <a:p>
                      <a:pPr algn="r" fontAlgn="b"/>
                      <a:r>
                        <a:rPr lang="en-IN" sz="1100" b="0" i="0" u="none" strike="noStrike">
                          <a:solidFill>
                            <a:srgbClr val="000000"/>
                          </a:solidFill>
                          <a:effectLst/>
                          <a:latin typeface="Aptos Narrow" panose="020B0004020202020204" pitchFamily="34" charset="0"/>
                        </a:rPr>
                        <a:t>86</a:t>
                      </a:r>
                    </a:p>
                  </a:txBody>
                  <a:tcPr marL="7620" marR="7620" marT="7620" marB="0" anchor="b">
                    <a:lnL>
                      <a:noFill/>
                    </a:lnL>
                    <a:lnR>
                      <a:noFill/>
                    </a:lnR>
                    <a:lnT>
                      <a:noFill/>
                    </a:lnT>
                    <a:lnB>
                      <a:noFill/>
                    </a:lnB>
                    <a:solidFill>
                      <a:srgbClr val="D9D9D9"/>
                    </a:solidFill>
                  </a:tcPr>
                </a:tc>
                <a:extLst>
                  <a:ext uri="{0D108BD9-81ED-4DB2-BD59-A6C34878D82A}">
                    <a16:rowId xmlns:a16="http://schemas.microsoft.com/office/drawing/2014/main" val="4245513002"/>
                  </a:ext>
                </a:extLst>
              </a:tr>
              <a:tr h="182880">
                <a:tc>
                  <a:txBody>
                    <a:bodyPr/>
                    <a:lstStyle/>
                    <a:p>
                      <a:pPr algn="l" fontAlgn="b"/>
                      <a:r>
                        <a:rPr lang="en-IN" sz="1100" b="0" i="0" u="none" strike="noStrike">
                          <a:solidFill>
                            <a:srgbClr val="000000"/>
                          </a:solidFill>
                          <a:effectLst/>
                          <a:latin typeface="Aptos Narrow" panose="020B0004020202020204" pitchFamily="34" charset="0"/>
                        </a:rPr>
                        <a:t>Home and lifestyle</a:t>
                      </a:r>
                    </a:p>
                  </a:txBody>
                  <a:tcPr marL="7620" marR="7620" marT="7620" marB="0" anchor="b">
                    <a:lnL>
                      <a:noFill/>
                    </a:lnL>
                    <a:lnR>
                      <a:noFill/>
                    </a:lnR>
                    <a:lnT>
                      <a:noFill/>
                    </a:lnT>
                    <a:lnB>
                      <a:noFill/>
                    </a:lnB>
                    <a:noFill/>
                  </a:tcPr>
                </a:tc>
                <a:tc>
                  <a:txBody>
                    <a:bodyPr/>
                    <a:lstStyle/>
                    <a:p>
                      <a:pPr algn="r" fontAlgn="b"/>
                      <a:r>
                        <a:rPr lang="en-IN" sz="1100" b="0" i="0" u="none" strike="noStrike">
                          <a:solidFill>
                            <a:srgbClr val="000000"/>
                          </a:solidFill>
                          <a:effectLst/>
                          <a:latin typeface="Aptos Narrow" panose="020B0004020202020204" pitchFamily="34" charset="0"/>
                        </a:rPr>
                        <a:t>83</a:t>
                      </a:r>
                    </a:p>
                  </a:txBody>
                  <a:tcPr marL="7620" marR="7620" marT="7620" marB="0" anchor="b">
                    <a:lnL>
                      <a:noFill/>
                    </a:lnL>
                    <a:lnR>
                      <a:noFill/>
                    </a:lnR>
                    <a:lnT>
                      <a:noFill/>
                    </a:lnT>
                    <a:lnB>
                      <a:noFill/>
                    </a:lnB>
                    <a:noFill/>
                  </a:tcPr>
                </a:tc>
                <a:extLst>
                  <a:ext uri="{0D108BD9-81ED-4DB2-BD59-A6C34878D82A}">
                    <a16:rowId xmlns:a16="http://schemas.microsoft.com/office/drawing/2014/main" val="3051361177"/>
                  </a:ext>
                </a:extLst>
              </a:tr>
              <a:tr h="182880">
                <a:tc>
                  <a:txBody>
                    <a:bodyPr/>
                    <a:lstStyle/>
                    <a:p>
                      <a:pPr algn="l" fontAlgn="b"/>
                      <a:r>
                        <a:rPr lang="en-IN" sz="1100" b="0" i="0" u="none" strike="noStrike">
                          <a:solidFill>
                            <a:srgbClr val="000000"/>
                          </a:solidFill>
                          <a:effectLst/>
                          <a:latin typeface="Aptos Narrow" panose="020B0004020202020204" pitchFamily="34" charset="0"/>
                        </a:rPr>
                        <a:t>Electronic accessories</a:t>
                      </a:r>
                    </a:p>
                  </a:txBody>
                  <a:tcPr marL="7620" marR="7620" marT="7620" marB="0" anchor="b">
                    <a:lnL>
                      <a:noFill/>
                    </a:lnL>
                    <a:lnR>
                      <a:noFill/>
                    </a:lnR>
                    <a:lnT>
                      <a:noFill/>
                    </a:lnT>
                    <a:lnB>
                      <a:noFill/>
                    </a:lnB>
                    <a:solidFill>
                      <a:srgbClr val="D9D9D9"/>
                    </a:solidFill>
                  </a:tcPr>
                </a:tc>
                <a:tc>
                  <a:txBody>
                    <a:bodyPr/>
                    <a:lstStyle/>
                    <a:p>
                      <a:pPr algn="r" fontAlgn="b"/>
                      <a:r>
                        <a:rPr lang="en-IN" sz="1100" b="0" i="0" u="none" strike="noStrike">
                          <a:solidFill>
                            <a:srgbClr val="000000"/>
                          </a:solidFill>
                          <a:effectLst/>
                          <a:latin typeface="Aptos Narrow" panose="020B0004020202020204" pitchFamily="34" charset="0"/>
                        </a:rPr>
                        <a:t>78</a:t>
                      </a:r>
                    </a:p>
                  </a:txBody>
                  <a:tcPr marL="7620" marR="7620" marT="7620" marB="0" anchor="b">
                    <a:lnL>
                      <a:noFill/>
                    </a:lnL>
                    <a:lnR>
                      <a:noFill/>
                    </a:lnR>
                    <a:lnT>
                      <a:noFill/>
                    </a:lnT>
                    <a:lnB>
                      <a:noFill/>
                    </a:lnB>
                    <a:solidFill>
                      <a:srgbClr val="D9D9D9"/>
                    </a:solidFill>
                  </a:tcPr>
                </a:tc>
                <a:extLst>
                  <a:ext uri="{0D108BD9-81ED-4DB2-BD59-A6C34878D82A}">
                    <a16:rowId xmlns:a16="http://schemas.microsoft.com/office/drawing/2014/main" val="3830340472"/>
                  </a:ext>
                </a:extLst>
              </a:tr>
              <a:tr h="182880">
                <a:tc>
                  <a:txBody>
                    <a:bodyPr/>
                    <a:lstStyle/>
                    <a:p>
                      <a:pPr algn="l" fontAlgn="b"/>
                      <a:r>
                        <a:rPr lang="en-IN" sz="1100" b="0" i="0" u="none" strike="noStrike">
                          <a:solidFill>
                            <a:srgbClr val="000000"/>
                          </a:solidFill>
                          <a:effectLst/>
                          <a:latin typeface="Aptos Narrow" panose="020B0004020202020204" pitchFamily="34" charset="0"/>
                        </a:rPr>
                        <a:t>Health and beauty</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r" fontAlgn="b"/>
                      <a:r>
                        <a:rPr lang="en-IN" sz="1100" b="0" i="0" u="none" strike="noStrike" dirty="0">
                          <a:solidFill>
                            <a:srgbClr val="000000"/>
                          </a:solidFill>
                          <a:effectLst/>
                          <a:latin typeface="Aptos Narrow" panose="020B0004020202020204" pitchFamily="34" charset="0"/>
                        </a:rPr>
                        <a:t>73</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0741295"/>
                  </a:ext>
                </a:extLst>
              </a:tr>
            </a:tbl>
          </a:graphicData>
        </a:graphic>
      </p:graphicFrame>
      <p:pic>
        <p:nvPicPr>
          <p:cNvPr id="12" name="Picture 11">
            <a:extLst>
              <a:ext uri="{FF2B5EF4-FFF2-40B4-BE49-F238E27FC236}">
                <a16:creationId xmlns:a16="http://schemas.microsoft.com/office/drawing/2014/main" id="{DD3CE777-DAF7-D333-64F5-FE7D7D357793}"/>
              </a:ext>
            </a:extLst>
          </p:cNvPr>
          <p:cNvPicPr>
            <a:picLocks noChangeAspect="1"/>
          </p:cNvPicPr>
          <p:nvPr/>
        </p:nvPicPr>
        <p:blipFill>
          <a:blip r:embed="rId3"/>
          <a:stretch>
            <a:fillRect/>
          </a:stretch>
        </p:blipFill>
        <p:spPr>
          <a:xfrm>
            <a:off x="99175" y="2231055"/>
            <a:ext cx="6030167" cy="1343212"/>
          </a:xfrm>
          <a:prstGeom prst="rect">
            <a:avLst/>
          </a:prstGeom>
        </p:spPr>
      </p:pic>
      <p:pic>
        <p:nvPicPr>
          <p:cNvPr id="14" name="Picture 13">
            <a:extLst>
              <a:ext uri="{FF2B5EF4-FFF2-40B4-BE49-F238E27FC236}">
                <a16:creationId xmlns:a16="http://schemas.microsoft.com/office/drawing/2014/main" id="{40731116-90FE-5024-C2AB-E9E888E52FC6}"/>
              </a:ext>
            </a:extLst>
          </p:cNvPr>
          <p:cNvPicPr>
            <a:picLocks noChangeAspect="1"/>
          </p:cNvPicPr>
          <p:nvPr/>
        </p:nvPicPr>
        <p:blipFill>
          <a:blip r:embed="rId4"/>
          <a:stretch>
            <a:fillRect/>
          </a:stretch>
        </p:blipFill>
        <p:spPr>
          <a:xfrm>
            <a:off x="132518" y="596346"/>
            <a:ext cx="5963482" cy="1267002"/>
          </a:xfrm>
          <a:prstGeom prst="rect">
            <a:avLst/>
          </a:prstGeom>
        </p:spPr>
      </p:pic>
      <p:sp>
        <p:nvSpPr>
          <p:cNvPr id="15" name="TextBox 14">
            <a:extLst>
              <a:ext uri="{FF2B5EF4-FFF2-40B4-BE49-F238E27FC236}">
                <a16:creationId xmlns:a16="http://schemas.microsoft.com/office/drawing/2014/main" id="{1DD3C242-639E-20AC-22F8-3C6FD298009D}"/>
              </a:ext>
            </a:extLst>
          </p:cNvPr>
          <p:cNvSpPr txBox="1"/>
          <p:nvPr/>
        </p:nvSpPr>
        <p:spPr>
          <a:xfrm>
            <a:off x="6713456" y="3999488"/>
            <a:ext cx="5043340" cy="2308324"/>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SQL  query to run </a:t>
            </a:r>
            <a:r>
              <a:rPr lang="en-US" dirty="0">
                <a:latin typeface="Times New Roman" panose="02020603050405020304" pitchFamily="18" charset="0"/>
                <a:cs typeface="Times New Roman" panose="02020603050405020304" pitchFamily="18" charset="0"/>
              </a:rPr>
              <a:t>which product lines are preferred by different customer types and their respective chart with formatting in excel shown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electronic accessories and fashion accessories are preferred by normal customer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While food and beverages are preferred by member product line</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890160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79615B74-BB81-8C96-D8D4-15C577D4DACB}"/>
              </a:ext>
            </a:extLst>
          </p:cNvPr>
          <p:cNvGraphicFramePr>
            <a:graphicFrameLocks/>
          </p:cNvGraphicFramePr>
          <p:nvPr>
            <p:extLst>
              <p:ext uri="{D42A27DB-BD31-4B8C-83A1-F6EECF244321}">
                <p14:modId xmlns:p14="http://schemas.microsoft.com/office/powerpoint/2010/main" val="2191324155"/>
              </p:ext>
            </p:extLst>
          </p:nvPr>
        </p:nvGraphicFramePr>
        <p:xfrm>
          <a:off x="0" y="423335"/>
          <a:ext cx="6365404" cy="499927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E4FB6E30-EC20-787B-B579-1A5774626568}"/>
              </a:ext>
            </a:extLst>
          </p:cNvPr>
          <p:cNvGraphicFramePr>
            <a:graphicFrameLocks noGrp="1"/>
          </p:cNvGraphicFramePr>
          <p:nvPr>
            <p:extLst>
              <p:ext uri="{D42A27DB-BD31-4B8C-83A1-F6EECF244321}">
                <p14:modId xmlns:p14="http://schemas.microsoft.com/office/powerpoint/2010/main" val="2912199400"/>
              </p:ext>
            </p:extLst>
          </p:nvPr>
        </p:nvGraphicFramePr>
        <p:xfrm>
          <a:off x="7462009" y="577369"/>
          <a:ext cx="4013815" cy="2752490"/>
        </p:xfrm>
        <a:graphic>
          <a:graphicData uri="http://schemas.openxmlformats.org/drawingml/2006/table">
            <a:tbl>
              <a:tblPr/>
              <a:tblGrid>
                <a:gridCol w="1438398">
                  <a:extLst>
                    <a:ext uri="{9D8B030D-6E8A-4147-A177-3AD203B41FA5}">
                      <a16:colId xmlns:a16="http://schemas.microsoft.com/office/drawing/2014/main" val="1978430335"/>
                    </a:ext>
                  </a:extLst>
                </a:gridCol>
                <a:gridCol w="1123320">
                  <a:extLst>
                    <a:ext uri="{9D8B030D-6E8A-4147-A177-3AD203B41FA5}">
                      <a16:colId xmlns:a16="http://schemas.microsoft.com/office/drawing/2014/main" val="1862706801"/>
                    </a:ext>
                  </a:extLst>
                </a:gridCol>
                <a:gridCol w="1452097">
                  <a:extLst>
                    <a:ext uri="{9D8B030D-6E8A-4147-A177-3AD203B41FA5}">
                      <a16:colId xmlns:a16="http://schemas.microsoft.com/office/drawing/2014/main" val="2611463801"/>
                    </a:ext>
                  </a:extLst>
                </a:gridCol>
              </a:tblGrid>
              <a:tr h="211730">
                <a:tc>
                  <a:txBody>
                    <a:bodyPr/>
                    <a:lstStyle/>
                    <a:p>
                      <a:pPr algn="l" fontAlgn="b"/>
                      <a:r>
                        <a:rPr lang="en-IN" sz="1100" b="1" i="0" u="none" strike="noStrike" dirty="0" err="1">
                          <a:solidFill>
                            <a:srgbClr val="000000"/>
                          </a:solidFill>
                          <a:effectLst/>
                          <a:latin typeface="Aptos Narrow" panose="020B0004020202020204" pitchFamily="34" charset="0"/>
                        </a:rPr>
                        <a:t>Product_line</a:t>
                      </a:r>
                      <a:endParaRPr lang="en-IN" sz="1100" b="1"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l" fontAlgn="b"/>
                      <a:r>
                        <a:rPr lang="en-IN" sz="1100" b="1" i="0" u="none" strike="noStrike">
                          <a:solidFill>
                            <a:srgbClr val="000000"/>
                          </a:solidFill>
                          <a:effectLst/>
                          <a:latin typeface="Aptos Narrow" panose="020B0004020202020204" pitchFamily="34" charset="0"/>
                        </a:rPr>
                        <a:t>customer_type</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l" fontAlgn="b"/>
                      <a:r>
                        <a:rPr lang="en-IN" sz="1100" b="1" i="0" u="none" strike="noStrike" dirty="0">
                          <a:solidFill>
                            <a:srgbClr val="000000"/>
                          </a:solidFill>
                          <a:effectLst/>
                          <a:latin typeface="Aptos Narrow" panose="020B0004020202020204" pitchFamily="34" charset="0"/>
                        </a:rPr>
                        <a:t>NO.of CustomerType</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206947319"/>
                  </a:ext>
                </a:extLst>
              </a:tr>
              <a:tr h="211730">
                <a:tc>
                  <a:txBody>
                    <a:bodyPr/>
                    <a:lstStyle/>
                    <a:p>
                      <a:pPr algn="l" fontAlgn="b"/>
                      <a:r>
                        <a:rPr lang="en-IN" sz="1100" b="0" i="0" u="none" strike="noStrike">
                          <a:solidFill>
                            <a:srgbClr val="000000"/>
                          </a:solidFill>
                          <a:effectLst/>
                          <a:latin typeface="Aptos Narrow" panose="020B0004020202020204" pitchFamily="34" charset="0"/>
                        </a:rPr>
                        <a:t>Electronic accessories</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C0E6F5"/>
                    </a:solidFill>
                  </a:tcPr>
                </a:tc>
                <a:tc>
                  <a:txBody>
                    <a:bodyPr/>
                    <a:lstStyle/>
                    <a:p>
                      <a:pPr algn="l" fontAlgn="b"/>
                      <a:r>
                        <a:rPr lang="en-IN" sz="1100" b="0" i="0" u="none" strike="noStrike">
                          <a:solidFill>
                            <a:srgbClr val="000000"/>
                          </a:solidFill>
                          <a:effectLst/>
                          <a:latin typeface="Aptos Narrow" panose="020B0004020202020204" pitchFamily="34" charset="0"/>
                        </a:rPr>
                        <a:t>Member</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C0E6F5"/>
                    </a:solidFill>
                  </a:tcPr>
                </a:tc>
                <a:tc>
                  <a:txBody>
                    <a:bodyPr/>
                    <a:lstStyle/>
                    <a:p>
                      <a:pPr algn="r" fontAlgn="b"/>
                      <a:r>
                        <a:rPr lang="en-IN" sz="1100" b="0" i="0" u="none" strike="noStrike">
                          <a:solidFill>
                            <a:srgbClr val="000000"/>
                          </a:solidFill>
                          <a:effectLst/>
                          <a:latin typeface="Aptos Narrow" panose="020B0004020202020204" pitchFamily="34" charset="0"/>
                        </a:rPr>
                        <a:t>78</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C0E6F5"/>
                    </a:solidFill>
                  </a:tcPr>
                </a:tc>
                <a:extLst>
                  <a:ext uri="{0D108BD9-81ED-4DB2-BD59-A6C34878D82A}">
                    <a16:rowId xmlns:a16="http://schemas.microsoft.com/office/drawing/2014/main" val="2910851442"/>
                  </a:ext>
                </a:extLst>
              </a:tr>
              <a:tr h="211730">
                <a:tc>
                  <a:txBody>
                    <a:bodyPr/>
                    <a:lstStyle/>
                    <a:p>
                      <a:pPr algn="l" fontAlgn="b"/>
                      <a:r>
                        <a:rPr lang="en-IN" sz="1100" b="0" i="0" u="none" strike="noStrike">
                          <a:solidFill>
                            <a:srgbClr val="000000"/>
                          </a:solidFill>
                          <a:effectLst/>
                          <a:latin typeface="Aptos Narrow" panose="020B0004020202020204" pitchFamily="34" charset="0"/>
                        </a:rPr>
                        <a:t>Electronic accessories</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Normal</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92</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777344632"/>
                  </a:ext>
                </a:extLst>
              </a:tr>
              <a:tr h="211730">
                <a:tc>
                  <a:txBody>
                    <a:bodyPr/>
                    <a:lstStyle/>
                    <a:p>
                      <a:pPr algn="l" fontAlgn="b"/>
                      <a:r>
                        <a:rPr lang="en-IN" sz="1100" b="0" i="0" u="none" strike="noStrike" dirty="0">
                          <a:solidFill>
                            <a:srgbClr val="000000"/>
                          </a:solidFill>
                          <a:effectLst/>
                          <a:latin typeface="Aptos Narrow" panose="020B0004020202020204" pitchFamily="34" charset="0"/>
                        </a:rPr>
                        <a:t>Fashion accessories</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C0E6F5"/>
                    </a:solidFill>
                  </a:tcPr>
                </a:tc>
                <a:tc>
                  <a:txBody>
                    <a:bodyPr/>
                    <a:lstStyle/>
                    <a:p>
                      <a:pPr algn="l" fontAlgn="b"/>
                      <a:r>
                        <a:rPr lang="en-IN" sz="1100" b="0" i="0" u="none" strike="noStrike">
                          <a:solidFill>
                            <a:srgbClr val="000000"/>
                          </a:solidFill>
                          <a:effectLst/>
                          <a:latin typeface="Aptos Narrow" panose="020B0004020202020204" pitchFamily="34" charset="0"/>
                        </a:rPr>
                        <a:t>Member</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C0E6F5"/>
                    </a:solidFill>
                  </a:tcPr>
                </a:tc>
                <a:tc>
                  <a:txBody>
                    <a:bodyPr/>
                    <a:lstStyle/>
                    <a:p>
                      <a:pPr algn="r" fontAlgn="b"/>
                      <a:r>
                        <a:rPr lang="en-IN" sz="1100" b="0" i="0" u="none" strike="noStrike">
                          <a:solidFill>
                            <a:srgbClr val="000000"/>
                          </a:solidFill>
                          <a:effectLst/>
                          <a:latin typeface="Aptos Narrow" panose="020B0004020202020204" pitchFamily="34" charset="0"/>
                        </a:rPr>
                        <a:t>86</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C0E6F5"/>
                    </a:solidFill>
                  </a:tcPr>
                </a:tc>
                <a:extLst>
                  <a:ext uri="{0D108BD9-81ED-4DB2-BD59-A6C34878D82A}">
                    <a16:rowId xmlns:a16="http://schemas.microsoft.com/office/drawing/2014/main" val="2703634964"/>
                  </a:ext>
                </a:extLst>
              </a:tr>
              <a:tr h="211730">
                <a:tc>
                  <a:txBody>
                    <a:bodyPr/>
                    <a:lstStyle/>
                    <a:p>
                      <a:pPr algn="l" fontAlgn="b"/>
                      <a:r>
                        <a:rPr lang="en-IN" sz="1100" b="0" i="0" u="none" strike="noStrike">
                          <a:solidFill>
                            <a:srgbClr val="000000"/>
                          </a:solidFill>
                          <a:effectLst/>
                          <a:latin typeface="Aptos Narrow" panose="020B0004020202020204" pitchFamily="34" charset="0"/>
                        </a:rPr>
                        <a:t>Fashion accessories</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Normal</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92</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805342129"/>
                  </a:ext>
                </a:extLst>
              </a:tr>
              <a:tr h="211730">
                <a:tc>
                  <a:txBody>
                    <a:bodyPr/>
                    <a:lstStyle/>
                    <a:p>
                      <a:pPr algn="l" fontAlgn="b"/>
                      <a:r>
                        <a:rPr lang="en-IN" sz="1100" b="0" i="0" u="none" strike="noStrike">
                          <a:solidFill>
                            <a:srgbClr val="000000"/>
                          </a:solidFill>
                          <a:effectLst/>
                          <a:latin typeface="Aptos Narrow" panose="020B0004020202020204" pitchFamily="34" charset="0"/>
                        </a:rPr>
                        <a:t>Food and beverages</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C0E6F5"/>
                    </a:solidFill>
                  </a:tcPr>
                </a:tc>
                <a:tc>
                  <a:txBody>
                    <a:bodyPr/>
                    <a:lstStyle/>
                    <a:p>
                      <a:pPr algn="l" fontAlgn="b"/>
                      <a:r>
                        <a:rPr lang="en-IN" sz="1100" b="0" i="0" u="none" strike="noStrike">
                          <a:solidFill>
                            <a:srgbClr val="000000"/>
                          </a:solidFill>
                          <a:effectLst/>
                          <a:latin typeface="Aptos Narrow" panose="020B0004020202020204" pitchFamily="34" charset="0"/>
                        </a:rPr>
                        <a:t>Member</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C0E6F5"/>
                    </a:solidFill>
                  </a:tcPr>
                </a:tc>
                <a:tc>
                  <a:txBody>
                    <a:bodyPr/>
                    <a:lstStyle/>
                    <a:p>
                      <a:pPr algn="r" fontAlgn="b"/>
                      <a:r>
                        <a:rPr lang="en-IN" sz="1100" b="0" i="0" u="none" strike="noStrike">
                          <a:solidFill>
                            <a:srgbClr val="000000"/>
                          </a:solidFill>
                          <a:effectLst/>
                          <a:latin typeface="Aptos Narrow" panose="020B0004020202020204" pitchFamily="34" charset="0"/>
                        </a:rPr>
                        <a:t>94</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C0E6F5"/>
                    </a:solidFill>
                  </a:tcPr>
                </a:tc>
                <a:extLst>
                  <a:ext uri="{0D108BD9-81ED-4DB2-BD59-A6C34878D82A}">
                    <a16:rowId xmlns:a16="http://schemas.microsoft.com/office/drawing/2014/main" val="2908785760"/>
                  </a:ext>
                </a:extLst>
              </a:tr>
              <a:tr h="211730">
                <a:tc>
                  <a:txBody>
                    <a:bodyPr/>
                    <a:lstStyle/>
                    <a:p>
                      <a:pPr algn="l" fontAlgn="b"/>
                      <a:r>
                        <a:rPr lang="en-IN" sz="1100" b="0" i="0" u="none" strike="noStrike">
                          <a:solidFill>
                            <a:srgbClr val="000000"/>
                          </a:solidFill>
                          <a:effectLst/>
                          <a:latin typeface="Aptos Narrow" panose="020B0004020202020204" pitchFamily="34" charset="0"/>
                        </a:rPr>
                        <a:t>Food and beverages</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Normal</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80</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2598493160"/>
                  </a:ext>
                </a:extLst>
              </a:tr>
              <a:tr h="211730">
                <a:tc>
                  <a:txBody>
                    <a:bodyPr/>
                    <a:lstStyle/>
                    <a:p>
                      <a:pPr algn="l" fontAlgn="b"/>
                      <a:r>
                        <a:rPr lang="en-IN" sz="1100" b="0" i="0" u="none" strike="noStrike">
                          <a:solidFill>
                            <a:srgbClr val="000000"/>
                          </a:solidFill>
                          <a:effectLst/>
                          <a:latin typeface="Aptos Narrow" panose="020B0004020202020204" pitchFamily="34" charset="0"/>
                        </a:rPr>
                        <a:t>Health and beauty</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C0E6F5"/>
                    </a:solidFill>
                  </a:tcPr>
                </a:tc>
                <a:tc>
                  <a:txBody>
                    <a:bodyPr/>
                    <a:lstStyle/>
                    <a:p>
                      <a:pPr algn="l" fontAlgn="b"/>
                      <a:r>
                        <a:rPr lang="en-IN" sz="1100" b="0" i="0" u="none" strike="noStrike">
                          <a:solidFill>
                            <a:srgbClr val="000000"/>
                          </a:solidFill>
                          <a:effectLst/>
                          <a:latin typeface="Aptos Narrow" panose="020B0004020202020204" pitchFamily="34" charset="0"/>
                        </a:rPr>
                        <a:t>Member</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C0E6F5"/>
                    </a:solidFill>
                  </a:tcPr>
                </a:tc>
                <a:tc>
                  <a:txBody>
                    <a:bodyPr/>
                    <a:lstStyle/>
                    <a:p>
                      <a:pPr algn="r" fontAlgn="b"/>
                      <a:r>
                        <a:rPr lang="en-IN" sz="1100" b="0" i="0" u="none" strike="noStrike">
                          <a:solidFill>
                            <a:srgbClr val="000000"/>
                          </a:solidFill>
                          <a:effectLst/>
                          <a:latin typeface="Aptos Narrow" panose="020B0004020202020204" pitchFamily="34" charset="0"/>
                        </a:rPr>
                        <a:t>73</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C0E6F5"/>
                    </a:solidFill>
                  </a:tcPr>
                </a:tc>
                <a:extLst>
                  <a:ext uri="{0D108BD9-81ED-4DB2-BD59-A6C34878D82A}">
                    <a16:rowId xmlns:a16="http://schemas.microsoft.com/office/drawing/2014/main" val="2808044913"/>
                  </a:ext>
                </a:extLst>
              </a:tr>
              <a:tr h="211730">
                <a:tc>
                  <a:txBody>
                    <a:bodyPr/>
                    <a:lstStyle/>
                    <a:p>
                      <a:pPr algn="l" fontAlgn="b"/>
                      <a:r>
                        <a:rPr lang="en-IN" sz="1100" b="0" i="0" u="none" strike="noStrike">
                          <a:solidFill>
                            <a:srgbClr val="000000"/>
                          </a:solidFill>
                          <a:effectLst/>
                          <a:latin typeface="Aptos Narrow" panose="020B0004020202020204" pitchFamily="34" charset="0"/>
                        </a:rPr>
                        <a:t>Health and beauty</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Normal</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79</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2130356533"/>
                  </a:ext>
                </a:extLst>
              </a:tr>
              <a:tr h="211730">
                <a:tc>
                  <a:txBody>
                    <a:bodyPr/>
                    <a:lstStyle/>
                    <a:p>
                      <a:pPr algn="l" fontAlgn="b"/>
                      <a:r>
                        <a:rPr lang="en-IN" sz="1100" b="0" i="0" u="none" strike="noStrike">
                          <a:solidFill>
                            <a:srgbClr val="000000"/>
                          </a:solidFill>
                          <a:effectLst/>
                          <a:latin typeface="Aptos Narrow" panose="020B0004020202020204" pitchFamily="34" charset="0"/>
                        </a:rPr>
                        <a:t>Home and lifestyle</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C0E6F5"/>
                    </a:solidFill>
                  </a:tcPr>
                </a:tc>
                <a:tc>
                  <a:txBody>
                    <a:bodyPr/>
                    <a:lstStyle/>
                    <a:p>
                      <a:pPr algn="l" fontAlgn="b"/>
                      <a:r>
                        <a:rPr lang="en-IN" sz="1100" b="0" i="0" u="none" strike="noStrike">
                          <a:solidFill>
                            <a:srgbClr val="000000"/>
                          </a:solidFill>
                          <a:effectLst/>
                          <a:latin typeface="Aptos Narrow" panose="020B0004020202020204" pitchFamily="34" charset="0"/>
                        </a:rPr>
                        <a:t>Member</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C0E6F5"/>
                    </a:solidFill>
                  </a:tcPr>
                </a:tc>
                <a:tc>
                  <a:txBody>
                    <a:bodyPr/>
                    <a:lstStyle/>
                    <a:p>
                      <a:pPr algn="r" fontAlgn="b"/>
                      <a:r>
                        <a:rPr lang="en-IN" sz="1100" b="0" i="0" u="none" strike="noStrike">
                          <a:solidFill>
                            <a:srgbClr val="000000"/>
                          </a:solidFill>
                          <a:effectLst/>
                          <a:latin typeface="Aptos Narrow" panose="020B0004020202020204" pitchFamily="34" charset="0"/>
                        </a:rPr>
                        <a:t>83</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C0E6F5"/>
                    </a:solidFill>
                  </a:tcPr>
                </a:tc>
                <a:extLst>
                  <a:ext uri="{0D108BD9-81ED-4DB2-BD59-A6C34878D82A}">
                    <a16:rowId xmlns:a16="http://schemas.microsoft.com/office/drawing/2014/main" val="2399500501"/>
                  </a:ext>
                </a:extLst>
              </a:tr>
              <a:tr h="211730">
                <a:tc>
                  <a:txBody>
                    <a:bodyPr/>
                    <a:lstStyle/>
                    <a:p>
                      <a:pPr algn="l" fontAlgn="b"/>
                      <a:r>
                        <a:rPr lang="en-IN" sz="1100" b="0" i="0" u="none" strike="noStrike">
                          <a:solidFill>
                            <a:srgbClr val="000000"/>
                          </a:solidFill>
                          <a:effectLst/>
                          <a:latin typeface="Aptos Narrow" panose="020B0004020202020204" pitchFamily="34" charset="0"/>
                        </a:rPr>
                        <a:t>Home and lifestyle</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Normal</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77</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381430748"/>
                  </a:ext>
                </a:extLst>
              </a:tr>
              <a:tr h="211730">
                <a:tc>
                  <a:txBody>
                    <a:bodyPr/>
                    <a:lstStyle/>
                    <a:p>
                      <a:pPr algn="l" fontAlgn="b"/>
                      <a:r>
                        <a:rPr lang="en-IN" sz="1100" b="0" i="0" u="none" strike="noStrike">
                          <a:solidFill>
                            <a:srgbClr val="000000"/>
                          </a:solidFill>
                          <a:effectLst/>
                          <a:latin typeface="Aptos Narrow" panose="020B0004020202020204" pitchFamily="34" charset="0"/>
                        </a:rPr>
                        <a:t>Sports and travel</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C0E6F5"/>
                    </a:solidFill>
                  </a:tcPr>
                </a:tc>
                <a:tc>
                  <a:txBody>
                    <a:bodyPr/>
                    <a:lstStyle/>
                    <a:p>
                      <a:pPr algn="l" fontAlgn="b"/>
                      <a:r>
                        <a:rPr lang="en-IN" sz="1100" b="0" i="0" u="none" strike="noStrike">
                          <a:solidFill>
                            <a:srgbClr val="000000"/>
                          </a:solidFill>
                          <a:effectLst/>
                          <a:latin typeface="Aptos Narrow" panose="020B0004020202020204" pitchFamily="34" charset="0"/>
                        </a:rPr>
                        <a:t>Member</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C0E6F5"/>
                    </a:solidFill>
                  </a:tcPr>
                </a:tc>
                <a:tc>
                  <a:txBody>
                    <a:bodyPr/>
                    <a:lstStyle/>
                    <a:p>
                      <a:pPr algn="r" fontAlgn="b"/>
                      <a:r>
                        <a:rPr lang="en-IN" sz="1100" b="0" i="0" u="none" strike="noStrike">
                          <a:solidFill>
                            <a:srgbClr val="000000"/>
                          </a:solidFill>
                          <a:effectLst/>
                          <a:latin typeface="Aptos Narrow" panose="020B0004020202020204" pitchFamily="34" charset="0"/>
                        </a:rPr>
                        <a:t>87</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C0E6F5"/>
                    </a:solidFill>
                  </a:tcPr>
                </a:tc>
                <a:extLst>
                  <a:ext uri="{0D108BD9-81ED-4DB2-BD59-A6C34878D82A}">
                    <a16:rowId xmlns:a16="http://schemas.microsoft.com/office/drawing/2014/main" val="4138940970"/>
                  </a:ext>
                </a:extLst>
              </a:tr>
              <a:tr h="211730">
                <a:tc>
                  <a:txBody>
                    <a:bodyPr/>
                    <a:lstStyle/>
                    <a:p>
                      <a:pPr algn="l" fontAlgn="b"/>
                      <a:r>
                        <a:rPr lang="en-IN" sz="1100" b="0" i="0" u="none" strike="noStrike">
                          <a:solidFill>
                            <a:srgbClr val="000000"/>
                          </a:solidFill>
                          <a:effectLst/>
                          <a:latin typeface="Aptos Narrow" panose="020B0004020202020204" pitchFamily="34" charset="0"/>
                        </a:rPr>
                        <a:t>Sports and travel</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l" fontAlgn="b"/>
                      <a:r>
                        <a:rPr lang="en-IN" sz="1100" b="0" i="0" u="none" strike="noStrike">
                          <a:solidFill>
                            <a:srgbClr val="000000"/>
                          </a:solidFill>
                          <a:effectLst/>
                          <a:latin typeface="Aptos Narrow" panose="020B0004020202020204" pitchFamily="34" charset="0"/>
                        </a:rPr>
                        <a:t>Normal</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r>
                        <a:rPr lang="en-IN" sz="1100" b="0" i="0" u="none" strike="noStrike" dirty="0">
                          <a:solidFill>
                            <a:srgbClr val="000000"/>
                          </a:solidFill>
                          <a:effectLst/>
                          <a:latin typeface="Aptos Narrow" panose="020B0004020202020204" pitchFamily="34" charset="0"/>
                        </a:rPr>
                        <a:t>79</a:t>
                      </a:r>
                    </a:p>
                  </a:txBody>
                  <a:tcPr marL="7620" marR="7620" marT="7620" marB="0" anchor="b">
                    <a:lnL w="6350" cap="flat" cmpd="sng" algn="ctr">
                      <a:solidFill>
                        <a:srgbClr val="156082"/>
                      </a:solidFill>
                      <a:prstDash val="solid"/>
                      <a:round/>
                      <a:headEnd type="none" w="med" len="med"/>
                      <a:tailEnd type="none" w="med" len="med"/>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690216748"/>
                  </a:ext>
                </a:extLst>
              </a:tr>
            </a:tbl>
          </a:graphicData>
        </a:graphic>
      </p:graphicFrame>
      <p:sp>
        <p:nvSpPr>
          <p:cNvPr id="8" name="TextBox 7">
            <a:extLst>
              <a:ext uri="{FF2B5EF4-FFF2-40B4-BE49-F238E27FC236}">
                <a16:creationId xmlns:a16="http://schemas.microsoft.com/office/drawing/2014/main" id="{54592ECC-B3DB-1760-0494-8FFD042EDDAD}"/>
              </a:ext>
            </a:extLst>
          </p:cNvPr>
          <p:cNvSpPr txBox="1"/>
          <p:nvPr/>
        </p:nvSpPr>
        <p:spPr>
          <a:xfrm>
            <a:off x="6872140" y="4222280"/>
            <a:ext cx="5319860"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Both member and normal customer distribution   productline and there graphical comparative percentage chart shown</a:t>
            </a:r>
          </a:p>
        </p:txBody>
      </p:sp>
    </p:spTree>
    <p:extLst>
      <p:ext uri="{BB962C8B-B14F-4D97-AF65-F5344CB8AC3E}">
        <p14:creationId xmlns:p14="http://schemas.microsoft.com/office/powerpoint/2010/main" val="2821082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7D7D2B-D0B7-F54E-858E-46EF10B24751}"/>
              </a:ext>
            </a:extLst>
          </p:cNvPr>
          <p:cNvSpPr>
            <a:spLocks noGrp="1"/>
          </p:cNvSpPr>
          <p:nvPr>
            <p:ph idx="1"/>
          </p:nvPr>
        </p:nvSpPr>
        <p:spPr>
          <a:xfrm>
            <a:off x="0" y="0"/>
            <a:ext cx="1236406" cy="602943"/>
          </a:xfrm>
        </p:spPr>
        <p:txBody>
          <a:bodyPr/>
          <a:lstStyle/>
          <a:p>
            <a:pPr marL="0" indent="0">
              <a:buNone/>
            </a:pPr>
            <a:r>
              <a:rPr lang="en-IN" dirty="0"/>
              <a:t>Task 8</a:t>
            </a:r>
          </a:p>
        </p:txBody>
      </p:sp>
      <p:pic>
        <p:nvPicPr>
          <p:cNvPr id="5" name="Picture 4">
            <a:extLst>
              <a:ext uri="{FF2B5EF4-FFF2-40B4-BE49-F238E27FC236}">
                <a16:creationId xmlns:a16="http://schemas.microsoft.com/office/drawing/2014/main" id="{ED4107BA-6911-36A9-0A47-D27F3E1BF71A}"/>
              </a:ext>
            </a:extLst>
          </p:cNvPr>
          <p:cNvPicPr>
            <a:picLocks noChangeAspect="1"/>
          </p:cNvPicPr>
          <p:nvPr/>
        </p:nvPicPr>
        <p:blipFill>
          <a:blip r:embed="rId2"/>
          <a:stretch>
            <a:fillRect/>
          </a:stretch>
        </p:blipFill>
        <p:spPr>
          <a:xfrm>
            <a:off x="0" y="521287"/>
            <a:ext cx="7687748" cy="971686"/>
          </a:xfrm>
          <a:prstGeom prst="rect">
            <a:avLst/>
          </a:prstGeom>
        </p:spPr>
      </p:pic>
      <p:graphicFrame>
        <p:nvGraphicFramePr>
          <p:cNvPr id="7" name="Table 6">
            <a:extLst>
              <a:ext uri="{FF2B5EF4-FFF2-40B4-BE49-F238E27FC236}">
                <a16:creationId xmlns:a16="http://schemas.microsoft.com/office/drawing/2014/main" id="{1E536AA6-9C7C-AC2A-C401-32AAE5E250B7}"/>
              </a:ext>
            </a:extLst>
          </p:cNvPr>
          <p:cNvGraphicFramePr>
            <a:graphicFrameLocks noGrp="1"/>
          </p:cNvGraphicFramePr>
          <p:nvPr>
            <p:extLst>
              <p:ext uri="{D42A27DB-BD31-4B8C-83A1-F6EECF244321}">
                <p14:modId xmlns:p14="http://schemas.microsoft.com/office/powerpoint/2010/main" val="3660945604"/>
              </p:ext>
            </p:extLst>
          </p:nvPr>
        </p:nvGraphicFramePr>
        <p:xfrm>
          <a:off x="65591" y="2090255"/>
          <a:ext cx="8878559" cy="4094707"/>
        </p:xfrm>
        <a:graphic>
          <a:graphicData uri="http://schemas.openxmlformats.org/drawingml/2006/table">
            <a:tbl>
              <a:tblPr/>
              <a:tblGrid>
                <a:gridCol w="1961514">
                  <a:extLst>
                    <a:ext uri="{9D8B030D-6E8A-4147-A177-3AD203B41FA5}">
                      <a16:colId xmlns:a16="http://schemas.microsoft.com/office/drawing/2014/main" val="3986753630"/>
                    </a:ext>
                  </a:extLst>
                </a:gridCol>
                <a:gridCol w="462099">
                  <a:extLst>
                    <a:ext uri="{9D8B030D-6E8A-4147-A177-3AD203B41FA5}">
                      <a16:colId xmlns:a16="http://schemas.microsoft.com/office/drawing/2014/main" val="1464815965"/>
                    </a:ext>
                  </a:extLst>
                </a:gridCol>
                <a:gridCol w="462099">
                  <a:extLst>
                    <a:ext uri="{9D8B030D-6E8A-4147-A177-3AD203B41FA5}">
                      <a16:colId xmlns:a16="http://schemas.microsoft.com/office/drawing/2014/main" val="4286644348"/>
                    </a:ext>
                  </a:extLst>
                </a:gridCol>
                <a:gridCol w="462099">
                  <a:extLst>
                    <a:ext uri="{9D8B030D-6E8A-4147-A177-3AD203B41FA5}">
                      <a16:colId xmlns:a16="http://schemas.microsoft.com/office/drawing/2014/main" val="1631338782"/>
                    </a:ext>
                  </a:extLst>
                </a:gridCol>
                <a:gridCol w="462099">
                  <a:extLst>
                    <a:ext uri="{9D8B030D-6E8A-4147-A177-3AD203B41FA5}">
                      <a16:colId xmlns:a16="http://schemas.microsoft.com/office/drawing/2014/main" val="1689855096"/>
                    </a:ext>
                  </a:extLst>
                </a:gridCol>
                <a:gridCol w="462099">
                  <a:extLst>
                    <a:ext uri="{9D8B030D-6E8A-4147-A177-3AD203B41FA5}">
                      <a16:colId xmlns:a16="http://schemas.microsoft.com/office/drawing/2014/main" val="2523199241"/>
                    </a:ext>
                  </a:extLst>
                </a:gridCol>
                <a:gridCol w="462099">
                  <a:extLst>
                    <a:ext uri="{9D8B030D-6E8A-4147-A177-3AD203B41FA5}">
                      <a16:colId xmlns:a16="http://schemas.microsoft.com/office/drawing/2014/main" val="870953413"/>
                    </a:ext>
                  </a:extLst>
                </a:gridCol>
                <a:gridCol w="462099">
                  <a:extLst>
                    <a:ext uri="{9D8B030D-6E8A-4147-A177-3AD203B41FA5}">
                      <a16:colId xmlns:a16="http://schemas.microsoft.com/office/drawing/2014/main" val="4268677016"/>
                    </a:ext>
                  </a:extLst>
                </a:gridCol>
                <a:gridCol w="462099">
                  <a:extLst>
                    <a:ext uri="{9D8B030D-6E8A-4147-A177-3AD203B41FA5}">
                      <a16:colId xmlns:a16="http://schemas.microsoft.com/office/drawing/2014/main" val="3249009507"/>
                    </a:ext>
                  </a:extLst>
                </a:gridCol>
                <a:gridCol w="462099">
                  <a:extLst>
                    <a:ext uri="{9D8B030D-6E8A-4147-A177-3AD203B41FA5}">
                      <a16:colId xmlns:a16="http://schemas.microsoft.com/office/drawing/2014/main" val="3194983697"/>
                    </a:ext>
                  </a:extLst>
                </a:gridCol>
                <a:gridCol w="462099">
                  <a:extLst>
                    <a:ext uri="{9D8B030D-6E8A-4147-A177-3AD203B41FA5}">
                      <a16:colId xmlns:a16="http://schemas.microsoft.com/office/drawing/2014/main" val="690007094"/>
                    </a:ext>
                  </a:extLst>
                </a:gridCol>
                <a:gridCol w="462099">
                  <a:extLst>
                    <a:ext uri="{9D8B030D-6E8A-4147-A177-3AD203B41FA5}">
                      <a16:colId xmlns:a16="http://schemas.microsoft.com/office/drawing/2014/main" val="3700547753"/>
                    </a:ext>
                  </a:extLst>
                </a:gridCol>
                <a:gridCol w="462099">
                  <a:extLst>
                    <a:ext uri="{9D8B030D-6E8A-4147-A177-3AD203B41FA5}">
                      <a16:colId xmlns:a16="http://schemas.microsoft.com/office/drawing/2014/main" val="346193933"/>
                    </a:ext>
                  </a:extLst>
                </a:gridCol>
                <a:gridCol w="1371857">
                  <a:extLst>
                    <a:ext uri="{9D8B030D-6E8A-4147-A177-3AD203B41FA5}">
                      <a16:colId xmlns:a16="http://schemas.microsoft.com/office/drawing/2014/main" val="1498132992"/>
                    </a:ext>
                  </a:extLst>
                </a:gridCol>
              </a:tblGrid>
              <a:tr h="216647">
                <a:tc>
                  <a:txBody>
                    <a:bodyPr/>
                    <a:lstStyle/>
                    <a:p>
                      <a:pPr algn="l" fontAlgn="b"/>
                      <a:r>
                        <a:rPr lang="en-US" sz="1000" b="1" i="0" u="none" strike="noStrike">
                          <a:solidFill>
                            <a:srgbClr val="000000"/>
                          </a:solidFill>
                          <a:effectLst/>
                          <a:latin typeface="Aptos Narrow" panose="020B0004020202020204" pitchFamily="34" charset="0"/>
                        </a:rPr>
                        <a:t>SUM OF REPEAT_PURCHASE_COUNT</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DAE9F8"/>
                    </a:solidFill>
                  </a:tcPr>
                </a:tc>
                <a:tc gridSpan="13">
                  <a:txBody>
                    <a:bodyPr/>
                    <a:lstStyle/>
                    <a:p>
                      <a:pPr algn="ctr" fontAlgn="b"/>
                      <a:r>
                        <a:rPr lang="en-IN" sz="1000" b="1" i="0" u="none" strike="noStrike" dirty="0">
                          <a:solidFill>
                            <a:srgbClr val="000000"/>
                          </a:solidFill>
                          <a:effectLst/>
                          <a:latin typeface="Aptos Narrow" panose="020B0004020202020204" pitchFamily="34" charset="0"/>
                        </a:rPr>
                        <a:t>MONTH_NUMBER</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DAE9F8"/>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642816038"/>
                  </a:ext>
                </a:extLst>
              </a:tr>
              <a:tr h="393654">
                <a:tc>
                  <a:txBody>
                    <a:bodyPr/>
                    <a:lstStyle/>
                    <a:p>
                      <a:pPr algn="l" fontAlgn="b"/>
                      <a:r>
                        <a:rPr lang="en-IN" sz="1000" b="1" i="0" u="none" strike="noStrike">
                          <a:solidFill>
                            <a:srgbClr val="FFFFFF"/>
                          </a:solidFill>
                          <a:effectLst/>
                          <a:latin typeface="Aptos Narrow" panose="020B0004020202020204" pitchFamily="34" charset="0"/>
                        </a:rPr>
                        <a:t>Customer_ID</a:t>
                      </a:r>
                    </a:p>
                  </a:txBody>
                  <a:tcPr marL="7153" marR="7153" marT="7153"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fontAlgn="b"/>
                      <a:r>
                        <a:rPr lang="en-IN" sz="1000" b="1" i="0" u="none" strike="noStrike">
                          <a:solidFill>
                            <a:srgbClr val="FFFFFF"/>
                          </a:solidFill>
                          <a:effectLst/>
                          <a:latin typeface="Aptos Narrow" panose="020B0004020202020204" pitchFamily="34" charset="0"/>
                        </a:rPr>
                        <a:t>1</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r>
                        <a:rPr lang="en-IN" sz="1000" b="1" i="0" u="none" strike="noStrike">
                          <a:solidFill>
                            <a:srgbClr val="FFFFFF"/>
                          </a:solidFill>
                          <a:effectLst/>
                          <a:latin typeface="Aptos Narrow" panose="020B0004020202020204" pitchFamily="34" charset="0"/>
                        </a:rPr>
                        <a:t>2</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r>
                        <a:rPr lang="en-IN" sz="1000" b="1" i="0" u="none" strike="noStrike">
                          <a:solidFill>
                            <a:srgbClr val="FFFFFF"/>
                          </a:solidFill>
                          <a:effectLst/>
                          <a:latin typeface="Aptos Narrow" panose="020B0004020202020204" pitchFamily="34" charset="0"/>
                        </a:rPr>
                        <a:t>3</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r>
                        <a:rPr lang="en-IN" sz="1000" b="1" i="0" u="none" strike="noStrike">
                          <a:solidFill>
                            <a:srgbClr val="FFFFFF"/>
                          </a:solidFill>
                          <a:effectLst/>
                          <a:latin typeface="Aptos Narrow" panose="020B0004020202020204" pitchFamily="34" charset="0"/>
                        </a:rPr>
                        <a:t>4</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r>
                        <a:rPr lang="en-IN" sz="1000" b="1" i="0" u="none" strike="noStrike">
                          <a:solidFill>
                            <a:srgbClr val="FFFFFF"/>
                          </a:solidFill>
                          <a:effectLst/>
                          <a:latin typeface="Aptos Narrow" panose="020B0004020202020204" pitchFamily="34" charset="0"/>
                        </a:rPr>
                        <a:t>5</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r>
                        <a:rPr lang="en-IN" sz="1000" b="1" i="0" u="none" strike="noStrike">
                          <a:solidFill>
                            <a:srgbClr val="FFFFFF"/>
                          </a:solidFill>
                          <a:effectLst/>
                          <a:latin typeface="Aptos Narrow" panose="020B0004020202020204" pitchFamily="34" charset="0"/>
                        </a:rPr>
                        <a:t>6</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r>
                        <a:rPr lang="en-IN" sz="1000" b="1" i="0" u="none" strike="noStrike">
                          <a:solidFill>
                            <a:srgbClr val="FFFFFF"/>
                          </a:solidFill>
                          <a:effectLst/>
                          <a:latin typeface="Aptos Narrow" panose="020B0004020202020204" pitchFamily="34" charset="0"/>
                        </a:rPr>
                        <a:t>7</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r>
                        <a:rPr lang="en-IN" sz="1000" b="1" i="0" u="none" strike="noStrike">
                          <a:solidFill>
                            <a:srgbClr val="FFFFFF"/>
                          </a:solidFill>
                          <a:effectLst/>
                          <a:latin typeface="Aptos Narrow" panose="020B0004020202020204" pitchFamily="34" charset="0"/>
                        </a:rPr>
                        <a:t>8</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r>
                        <a:rPr lang="en-IN" sz="1000" b="1" i="0" u="none" strike="noStrike">
                          <a:solidFill>
                            <a:srgbClr val="FFFFFF"/>
                          </a:solidFill>
                          <a:effectLst/>
                          <a:latin typeface="Aptos Narrow" panose="020B0004020202020204" pitchFamily="34" charset="0"/>
                        </a:rPr>
                        <a:t>9</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r>
                        <a:rPr lang="en-IN" sz="1000" b="1" i="0" u="none" strike="noStrike">
                          <a:solidFill>
                            <a:srgbClr val="FFFFFF"/>
                          </a:solidFill>
                          <a:effectLst/>
                          <a:latin typeface="Aptos Narrow" panose="020B0004020202020204" pitchFamily="34" charset="0"/>
                        </a:rPr>
                        <a:t>10</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r>
                        <a:rPr lang="en-IN" sz="1000" b="1" i="0" u="none" strike="noStrike">
                          <a:solidFill>
                            <a:srgbClr val="FFFFFF"/>
                          </a:solidFill>
                          <a:effectLst/>
                          <a:latin typeface="Aptos Narrow" panose="020B0004020202020204" pitchFamily="34" charset="0"/>
                        </a:rPr>
                        <a:t>11</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r>
                        <a:rPr lang="en-IN" sz="1000" b="1" i="0" u="none" strike="noStrike">
                          <a:solidFill>
                            <a:srgbClr val="FFFFFF"/>
                          </a:solidFill>
                          <a:effectLst/>
                          <a:latin typeface="Aptos Narrow" panose="020B0004020202020204" pitchFamily="34" charset="0"/>
                        </a:rPr>
                        <a:t>12</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r>
                        <a:rPr lang="en-US" sz="1000" b="1" i="0" u="none" strike="noStrike">
                          <a:solidFill>
                            <a:srgbClr val="FFFFFF"/>
                          </a:solidFill>
                          <a:effectLst/>
                          <a:latin typeface="Aptos Narrow" panose="020B0004020202020204" pitchFamily="34" charset="0"/>
                        </a:rPr>
                        <a:t>Total Order by Customer_id'</a:t>
                      </a:r>
                    </a:p>
                  </a:txBody>
                  <a:tcPr marL="7153" marR="7153" marT="7153"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extLst>
                  <a:ext uri="{0D108BD9-81ED-4DB2-BD59-A6C34878D82A}">
                    <a16:rowId xmlns:a16="http://schemas.microsoft.com/office/drawing/2014/main" val="2554033490"/>
                  </a:ext>
                </a:extLst>
              </a:tr>
              <a:tr h="216647">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44B3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17</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6</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67</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1221727473"/>
                  </a:ext>
                </a:extLst>
              </a:tr>
              <a:tr h="216647">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44B3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20</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16</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FF0000"/>
                          </a:solidFill>
                          <a:effectLst/>
                          <a:latin typeface="Aptos Narrow" panose="020B0004020202020204" pitchFamily="34" charset="0"/>
                        </a:rPr>
                        <a:t>NA</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67</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8966278"/>
                  </a:ext>
                </a:extLst>
              </a:tr>
              <a:tr h="216647">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44B3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18</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16</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19</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67</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115188968"/>
                  </a:ext>
                </a:extLst>
              </a:tr>
              <a:tr h="216647">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44B3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17</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18</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17</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FF0000"/>
                          </a:solidFill>
                          <a:effectLst/>
                          <a:latin typeface="Aptos Narrow" panose="020B0004020202020204" pitchFamily="34" charset="0"/>
                        </a:rPr>
                        <a:t>NA</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FF0000"/>
                          </a:solidFill>
                          <a:effectLst/>
                          <a:latin typeface="Aptos Narrow" panose="020B0004020202020204" pitchFamily="34" charset="0"/>
                        </a:rPr>
                        <a:t>NA</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5</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FF0000"/>
                          </a:solidFill>
                          <a:effectLst/>
                          <a:latin typeface="Aptos Narrow" panose="020B0004020202020204" pitchFamily="34" charset="0"/>
                        </a:rPr>
                        <a:t>NA</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67</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85930103"/>
                  </a:ext>
                </a:extLst>
              </a:tr>
              <a:tr h="216647">
                <a:tc>
                  <a:txBody>
                    <a:bodyPr/>
                    <a:lstStyle/>
                    <a:p>
                      <a:pPr algn="r" fontAlgn="b"/>
                      <a:r>
                        <a:rPr lang="en-IN" sz="1000" b="0" i="0" u="none" strike="noStrike">
                          <a:solidFill>
                            <a:srgbClr val="000000"/>
                          </a:solidFill>
                          <a:effectLst/>
                          <a:latin typeface="Aptos Narrow" panose="020B0004020202020204" pitchFamily="34" charset="0"/>
                        </a:rPr>
                        <a:t>5</a:t>
                      </a:r>
                    </a:p>
                  </a:txBody>
                  <a:tcPr marL="7153" marR="7153" marT="7153" marB="0" anchor="b">
                    <a:lnL w="6350" cap="flat" cmpd="sng" algn="ctr">
                      <a:solidFill>
                        <a:srgbClr val="44B3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18</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67</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110240812"/>
                  </a:ext>
                </a:extLst>
              </a:tr>
              <a:tr h="216647">
                <a:tc>
                  <a:txBody>
                    <a:bodyPr/>
                    <a:lstStyle/>
                    <a:p>
                      <a:pPr algn="r" fontAlgn="b"/>
                      <a:r>
                        <a:rPr lang="en-IN" sz="1000" b="0" i="0" u="none" strike="noStrike">
                          <a:solidFill>
                            <a:srgbClr val="000000"/>
                          </a:solidFill>
                          <a:effectLst/>
                          <a:latin typeface="Aptos Narrow" panose="020B0004020202020204" pitchFamily="34" charset="0"/>
                        </a:rPr>
                        <a:t>6</a:t>
                      </a:r>
                    </a:p>
                  </a:txBody>
                  <a:tcPr marL="7153" marR="7153" marT="7153" marB="0" anchor="b">
                    <a:lnL w="6350" cap="flat" cmpd="sng" algn="ctr">
                      <a:solidFill>
                        <a:srgbClr val="44B3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15</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5</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67</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3462584"/>
                  </a:ext>
                </a:extLst>
              </a:tr>
              <a:tr h="216647">
                <a:tc>
                  <a:txBody>
                    <a:bodyPr/>
                    <a:lstStyle/>
                    <a:p>
                      <a:pPr algn="r" fontAlgn="b"/>
                      <a:r>
                        <a:rPr lang="en-IN" sz="1000" b="0" i="0" u="none" strike="noStrike">
                          <a:solidFill>
                            <a:srgbClr val="000000"/>
                          </a:solidFill>
                          <a:effectLst/>
                          <a:latin typeface="Aptos Narrow" panose="020B0004020202020204" pitchFamily="34" charset="0"/>
                        </a:rPr>
                        <a:t>7</a:t>
                      </a:r>
                    </a:p>
                  </a:txBody>
                  <a:tcPr marL="7153" marR="7153" marT="7153" marB="0" anchor="b">
                    <a:lnL w="6350" cap="flat" cmpd="sng" algn="ctr">
                      <a:solidFill>
                        <a:srgbClr val="44B3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18</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67</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134656773"/>
                  </a:ext>
                </a:extLst>
              </a:tr>
              <a:tr h="216647">
                <a:tc>
                  <a:txBody>
                    <a:bodyPr/>
                    <a:lstStyle/>
                    <a:p>
                      <a:pPr algn="r" fontAlgn="b"/>
                      <a:r>
                        <a:rPr lang="en-IN" sz="1000" b="0" i="0" u="none" strike="noStrike">
                          <a:solidFill>
                            <a:srgbClr val="000000"/>
                          </a:solidFill>
                          <a:effectLst/>
                          <a:latin typeface="Aptos Narrow" panose="020B0004020202020204" pitchFamily="34" charset="0"/>
                        </a:rPr>
                        <a:t>8</a:t>
                      </a:r>
                    </a:p>
                  </a:txBody>
                  <a:tcPr marL="7153" marR="7153" marT="7153" marB="0" anchor="b">
                    <a:lnL w="6350" cap="flat" cmpd="sng" algn="ctr">
                      <a:solidFill>
                        <a:srgbClr val="44B3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19</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15</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FF0000"/>
                          </a:solidFill>
                          <a:effectLst/>
                          <a:latin typeface="Aptos Narrow" panose="020B0004020202020204" pitchFamily="34" charset="0"/>
                        </a:rPr>
                        <a:t>NA</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6</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67</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8187238"/>
                  </a:ext>
                </a:extLst>
              </a:tr>
              <a:tr h="216647">
                <a:tc>
                  <a:txBody>
                    <a:bodyPr/>
                    <a:lstStyle/>
                    <a:p>
                      <a:pPr algn="r" fontAlgn="b"/>
                      <a:r>
                        <a:rPr lang="en-IN" sz="1000" b="0" i="0" u="none" strike="noStrike">
                          <a:solidFill>
                            <a:srgbClr val="000000"/>
                          </a:solidFill>
                          <a:effectLst/>
                          <a:latin typeface="Aptos Narrow" panose="020B0004020202020204" pitchFamily="34" charset="0"/>
                        </a:rPr>
                        <a:t>9</a:t>
                      </a:r>
                    </a:p>
                  </a:txBody>
                  <a:tcPr marL="7153" marR="7153" marT="7153" marB="0" anchor="b">
                    <a:lnL w="6350" cap="flat" cmpd="sng" algn="ctr">
                      <a:solidFill>
                        <a:srgbClr val="44B3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15</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9</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18</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67</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162552817"/>
                  </a:ext>
                </a:extLst>
              </a:tr>
              <a:tr h="216647">
                <a:tc>
                  <a:txBody>
                    <a:bodyPr/>
                    <a:lstStyle/>
                    <a:p>
                      <a:pPr algn="r" fontAlgn="b"/>
                      <a:r>
                        <a:rPr lang="en-IN" sz="1000" b="0" i="0" u="none" strike="noStrike">
                          <a:solidFill>
                            <a:srgbClr val="000000"/>
                          </a:solidFill>
                          <a:effectLst/>
                          <a:latin typeface="Aptos Narrow" panose="020B0004020202020204" pitchFamily="34" charset="0"/>
                        </a:rPr>
                        <a:t>10</a:t>
                      </a:r>
                    </a:p>
                  </a:txBody>
                  <a:tcPr marL="7153" marR="7153" marT="7153" marB="0" anchor="b">
                    <a:lnL w="6350" cap="flat" cmpd="sng" algn="ctr">
                      <a:solidFill>
                        <a:srgbClr val="44B3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20</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16</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9</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5</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FF0000"/>
                          </a:solidFill>
                          <a:effectLst/>
                          <a:latin typeface="Aptos Narrow" panose="020B0004020202020204" pitchFamily="34" charset="0"/>
                        </a:rPr>
                        <a:t>NA</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67</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8737706"/>
                  </a:ext>
                </a:extLst>
              </a:tr>
              <a:tr h="216647">
                <a:tc>
                  <a:txBody>
                    <a:bodyPr/>
                    <a:lstStyle/>
                    <a:p>
                      <a:pPr algn="r" fontAlgn="b"/>
                      <a:r>
                        <a:rPr lang="en-IN" sz="1000" b="0" i="0" u="none" strike="noStrike">
                          <a:solidFill>
                            <a:srgbClr val="000000"/>
                          </a:solidFill>
                          <a:effectLst/>
                          <a:latin typeface="Aptos Narrow" panose="020B0004020202020204" pitchFamily="34" charset="0"/>
                        </a:rPr>
                        <a:t>11</a:t>
                      </a:r>
                    </a:p>
                  </a:txBody>
                  <a:tcPr marL="7153" marR="7153" marT="7153" marB="0" anchor="b">
                    <a:lnL w="6350" cap="flat" cmpd="sng" algn="ctr">
                      <a:solidFill>
                        <a:srgbClr val="44B3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24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17</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b"/>
                      <a:r>
                        <a:rPr lang="en-IN" sz="1000" b="0" i="0" u="none" strike="noStrike">
                          <a:solidFill>
                            <a:srgbClr val="FF0000"/>
                          </a:solidFill>
                          <a:effectLst/>
                          <a:latin typeface="Aptos Narrow" panose="020B0004020202020204" pitchFamily="34" charset="0"/>
                        </a:rPr>
                        <a:t>NA</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b"/>
                      <a:r>
                        <a:rPr lang="en-IN" sz="1000" b="0" i="0" u="none" strike="noStrike">
                          <a:solidFill>
                            <a:srgbClr val="FF0000"/>
                          </a:solidFill>
                          <a:effectLst/>
                          <a:latin typeface="Aptos Narrow" panose="020B0004020202020204" pitchFamily="34" charset="0"/>
                        </a:rPr>
                        <a:t>NA</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b"/>
                      <a:r>
                        <a:rPr lang="en-IN" sz="1000" b="0" i="0" u="none" strike="noStrike">
                          <a:solidFill>
                            <a:srgbClr val="FF0000"/>
                          </a:solidFill>
                          <a:effectLst/>
                          <a:latin typeface="Aptos Narrow" panose="020B0004020202020204" pitchFamily="34" charset="0"/>
                        </a:rPr>
                        <a:t>NA</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b"/>
                      <a:r>
                        <a:rPr lang="en-IN" sz="1000" b="0" i="0" u="none" strike="noStrike">
                          <a:solidFill>
                            <a:srgbClr val="FF0000"/>
                          </a:solidFill>
                          <a:effectLst/>
                          <a:latin typeface="Aptos Narrow" panose="020B0004020202020204" pitchFamily="34" charset="0"/>
                        </a:rPr>
                        <a:t>NA</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66</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730925060"/>
                  </a:ext>
                </a:extLst>
              </a:tr>
              <a:tr h="216647">
                <a:tc>
                  <a:txBody>
                    <a:bodyPr/>
                    <a:lstStyle/>
                    <a:p>
                      <a:pPr algn="r" fontAlgn="b"/>
                      <a:r>
                        <a:rPr lang="en-IN" sz="1000" b="0" i="0" u="none" strike="noStrike">
                          <a:solidFill>
                            <a:srgbClr val="000000"/>
                          </a:solidFill>
                          <a:effectLst/>
                          <a:latin typeface="Aptos Narrow" panose="020B0004020202020204" pitchFamily="34" charset="0"/>
                        </a:rPr>
                        <a:t>12</a:t>
                      </a:r>
                    </a:p>
                  </a:txBody>
                  <a:tcPr marL="7153" marR="7153" marT="7153" marB="0" anchor="b">
                    <a:lnL w="6350" cap="flat" cmpd="sng" algn="ctr">
                      <a:solidFill>
                        <a:srgbClr val="44B3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8</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20</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6</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5</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66</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068400"/>
                  </a:ext>
                </a:extLst>
              </a:tr>
              <a:tr h="216647">
                <a:tc>
                  <a:txBody>
                    <a:bodyPr/>
                    <a:lstStyle/>
                    <a:p>
                      <a:pPr algn="r" fontAlgn="b"/>
                      <a:r>
                        <a:rPr lang="en-IN" sz="1000" b="0" i="0" u="none" strike="noStrike">
                          <a:solidFill>
                            <a:srgbClr val="000000"/>
                          </a:solidFill>
                          <a:effectLst/>
                          <a:latin typeface="Aptos Narrow" panose="020B0004020202020204" pitchFamily="34" charset="0"/>
                        </a:rPr>
                        <a:t>13</a:t>
                      </a:r>
                    </a:p>
                  </a:txBody>
                  <a:tcPr marL="7153" marR="7153" marT="7153" marB="0" anchor="b">
                    <a:lnL w="6350" cap="flat" cmpd="sng" algn="ctr">
                      <a:solidFill>
                        <a:srgbClr val="44B3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20</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9</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b"/>
                      <a:r>
                        <a:rPr lang="en-IN" sz="1000" b="0" i="0" u="none" strike="noStrike">
                          <a:solidFill>
                            <a:srgbClr val="FF0000"/>
                          </a:solidFill>
                          <a:effectLst/>
                          <a:latin typeface="Aptos Narrow" panose="020B0004020202020204" pitchFamily="34" charset="0"/>
                        </a:rPr>
                        <a:t>NA</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66</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529863148"/>
                  </a:ext>
                </a:extLst>
              </a:tr>
              <a:tr h="216647">
                <a:tc>
                  <a:txBody>
                    <a:bodyPr/>
                    <a:lstStyle/>
                    <a:p>
                      <a:pPr algn="r" fontAlgn="b"/>
                      <a:r>
                        <a:rPr lang="en-IN" sz="1000" b="0" i="0" u="none" strike="noStrike">
                          <a:solidFill>
                            <a:srgbClr val="000000"/>
                          </a:solidFill>
                          <a:effectLst/>
                          <a:latin typeface="Aptos Narrow" panose="020B0004020202020204" pitchFamily="34" charset="0"/>
                        </a:rPr>
                        <a:t>14</a:t>
                      </a:r>
                    </a:p>
                  </a:txBody>
                  <a:tcPr marL="7153" marR="7153" marT="7153" marB="0" anchor="b">
                    <a:lnL w="6350" cap="flat" cmpd="sng" algn="ctr">
                      <a:solidFill>
                        <a:srgbClr val="44B3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19</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18</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FF0000"/>
                          </a:solidFill>
                          <a:effectLst/>
                          <a:latin typeface="Aptos Narrow" panose="020B0004020202020204" pitchFamily="34" charset="0"/>
                        </a:rPr>
                        <a:t>NA</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5</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FF0000"/>
                          </a:solidFill>
                          <a:effectLst/>
                          <a:latin typeface="Aptos Narrow" panose="020B0004020202020204" pitchFamily="34" charset="0"/>
                        </a:rPr>
                        <a:t>NA</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FF0000"/>
                          </a:solidFill>
                          <a:effectLst/>
                          <a:latin typeface="Aptos Narrow" panose="020B0004020202020204" pitchFamily="34" charset="0"/>
                        </a:rPr>
                        <a:t>NA</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IN" sz="1000" b="0" i="0" u="none" strike="noStrike">
                          <a:solidFill>
                            <a:srgbClr val="000000"/>
                          </a:solidFill>
                          <a:effectLst/>
                          <a:latin typeface="Aptos Narrow" panose="020B0004020202020204" pitchFamily="34" charset="0"/>
                        </a:rPr>
                        <a:t>66</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50508350"/>
                  </a:ext>
                </a:extLst>
              </a:tr>
              <a:tr h="225674">
                <a:tc>
                  <a:txBody>
                    <a:bodyPr/>
                    <a:lstStyle/>
                    <a:p>
                      <a:pPr algn="r" fontAlgn="b"/>
                      <a:r>
                        <a:rPr lang="en-IN" sz="1000" b="0" i="0" u="none" strike="noStrike">
                          <a:solidFill>
                            <a:srgbClr val="000000"/>
                          </a:solidFill>
                          <a:effectLst/>
                          <a:latin typeface="Aptos Narrow" panose="020B0004020202020204" pitchFamily="34" charset="0"/>
                        </a:rPr>
                        <a:t>15</a:t>
                      </a:r>
                    </a:p>
                  </a:txBody>
                  <a:tcPr marL="7153" marR="7153" marT="7153" marB="0" anchor="b">
                    <a:lnL w="6350" cap="flat" cmpd="sng" algn="ctr">
                      <a:solidFill>
                        <a:srgbClr val="44B3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16</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15</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15</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1</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1000" b="0" i="0" u="none" strike="noStrike">
                          <a:solidFill>
                            <a:srgbClr val="FF0000"/>
                          </a:solidFill>
                          <a:effectLst/>
                          <a:latin typeface="Aptos Narrow" panose="020B0004020202020204" pitchFamily="34" charset="0"/>
                        </a:rPr>
                        <a:t>NA</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3</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2</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4</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r>
                        <a:rPr lang="en-IN" sz="1000" b="0" i="0" u="none" strike="noStrike">
                          <a:solidFill>
                            <a:srgbClr val="000000"/>
                          </a:solidFill>
                          <a:effectLst/>
                          <a:latin typeface="Aptos Narrow" panose="020B0004020202020204" pitchFamily="34" charset="0"/>
                        </a:rPr>
                        <a:t>66</a:t>
                      </a:r>
                    </a:p>
                  </a:txBody>
                  <a:tcPr marL="7153" marR="7153" marT="71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987160696"/>
                  </a:ext>
                </a:extLst>
              </a:tr>
              <a:tr h="225674">
                <a:tc>
                  <a:txBody>
                    <a:bodyPr/>
                    <a:lstStyle/>
                    <a:p>
                      <a:pPr algn="l" fontAlgn="b"/>
                      <a:r>
                        <a:rPr lang="en-IN" sz="1000" b="1" i="0" u="none" strike="noStrike" dirty="0">
                          <a:solidFill>
                            <a:srgbClr val="FFFFFF"/>
                          </a:solidFill>
                          <a:effectLst/>
                          <a:latin typeface="Aptos Narrow" panose="020B0004020202020204" pitchFamily="34" charset="0"/>
                        </a:rPr>
                        <a:t>Total Order by Month</a:t>
                      </a:r>
                    </a:p>
                  </a:txBody>
                  <a:tcPr marL="7153" marR="7153" marT="7153"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r" fontAlgn="b"/>
                      <a:r>
                        <a:rPr lang="en-IN" sz="1000" b="1" i="0" u="none" strike="noStrike">
                          <a:solidFill>
                            <a:srgbClr val="FFFFFF"/>
                          </a:solidFill>
                          <a:effectLst/>
                          <a:latin typeface="Aptos Narrow" panose="020B0004020202020204" pitchFamily="34" charset="0"/>
                        </a:rPr>
                        <a:t>262</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r" fontAlgn="b"/>
                      <a:r>
                        <a:rPr lang="en-IN" sz="1000" b="1" i="0" u="none" strike="noStrike">
                          <a:solidFill>
                            <a:srgbClr val="FFFFFF"/>
                          </a:solidFill>
                          <a:effectLst/>
                          <a:latin typeface="Aptos Narrow" panose="020B0004020202020204" pitchFamily="34" charset="0"/>
                        </a:rPr>
                        <a:t>201</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r" fontAlgn="b"/>
                      <a:r>
                        <a:rPr lang="en-IN" sz="1000" b="1" i="0" u="none" strike="noStrike">
                          <a:solidFill>
                            <a:srgbClr val="FFFFFF"/>
                          </a:solidFill>
                          <a:effectLst/>
                          <a:latin typeface="Aptos Narrow" panose="020B0004020202020204" pitchFamily="34" charset="0"/>
                        </a:rPr>
                        <a:t>228</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r" fontAlgn="b"/>
                      <a:r>
                        <a:rPr lang="en-IN" sz="1000" b="1" i="0" u="none" strike="noStrike">
                          <a:solidFill>
                            <a:srgbClr val="FFFFFF"/>
                          </a:solidFill>
                          <a:effectLst/>
                          <a:latin typeface="Aptos Narrow" panose="020B0004020202020204" pitchFamily="34" charset="0"/>
                        </a:rPr>
                        <a:t>29</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r" fontAlgn="b"/>
                      <a:r>
                        <a:rPr lang="en-IN" sz="1000" b="1" i="0" u="none" strike="noStrike">
                          <a:solidFill>
                            <a:srgbClr val="FFFFFF"/>
                          </a:solidFill>
                          <a:effectLst/>
                          <a:latin typeface="Aptos Narrow" panose="020B0004020202020204" pitchFamily="34" charset="0"/>
                        </a:rPr>
                        <a:t>41</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r" fontAlgn="b"/>
                      <a:r>
                        <a:rPr lang="en-IN" sz="1000" b="1" i="0" u="none" strike="noStrike">
                          <a:solidFill>
                            <a:srgbClr val="FFFFFF"/>
                          </a:solidFill>
                          <a:effectLst/>
                          <a:latin typeface="Aptos Narrow" panose="020B0004020202020204" pitchFamily="34" charset="0"/>
                        </a:rPr>
                        <a:t>33</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r" fontAlgn="b"/>
                      <a:r>
                        <a:rPr lang="en-IN" sz="1000" b="1" i="0" u="none" strike="noStrike">
                          <a:solidFill>
                            <a:srgbClr val="FFFFFF"/>
                          </a:solidFill>
                          <a:effectLst/>
                          <a:latin typeface="Aptos Narrow" panose="020B0004020202020204" pitchFamily="34" charset="0"/>
                        </a:rPr>
                        <a:t>38</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r" fontAlgn="b"/>
                      <a:r>
                        <a:rPr lang="en-IN" sz="1000" b="1" i="0" u="none" strike="noStrike">
                          <a:solidFill>
                            <a:srgbClr val="FFFFFF"/>
                          </a:solidFill>
                          <a:effectLst/>
                          <a:latin typeface="Aptos Narrow" panose="020B0004020202020204" pitchFamily="34" charset="0"/>
                        </a:rPr>
                        <a:t>41</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r" fontAlgn="b"/>
                      <a:r>
                        <a:rPr lang="en-IN" sz="1000" b="1" i="0" u="none" strike="noStrike">
                          <a:solidFill>
                            <a:srgbClr val="FFFFFF"/>
                          </a:solidFill>
                          <a:effectLst/>
                          <a:latin typeface="Aptos Narrow" panose="020B0004020202020204" pitchFamily="34" charset="0"/>
                        </a:rPr>
                        <a:t>37</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r" fontAlgn="b"/>
                      <a:r>
                        <a:rPr lang="en-IN" sz="1000" b="1" i="0" u="none" strike="noStrike">
                          <a:solidFill>
                            <a:srgbClr val="FFFFFF"/>
                          </a:solidFill>
                          <a:effectLst/>
                          <a:latin typeface="Aptos Narrow" panose="020B0004020202020204" pitchFamily="34" charset="0"/>
                        </a:rPr>
                        <a:t>32</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r" fontAlgn="b"/>
                      <a:r>
                        <a:rPr lang="en-IN" sz="1000" b="1" i="0" u="none" strike="noStrike">
                          <a:solidFill>
                            <a:srgbClr val="FFFFFF"/>
                          </a:solidFill>
                          <a:effectLst/>
                          <a:latin typeface="Aptos Narrow" panose="020B0004020202020204" pitchFamily="34" charset="0"/>
                        </a:rPr>
                        <a:t>27</a:t>
                      </a:r>
                    </a:p>
                  </a:txBody>
                  <a:tcPr marL="7153" marR="7153" marT="7153"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r" fontAlgn="b"/>
                      <a:r>
                        <a:rPr lang="en-IN" sz="1000" b="1" i="0" u="none" strike="noStrike">
                          <a:solidFill>
                            <a:srgbClr val="FFFFFF"/>
                          </a:solidFill>
                          <a:effectLst/>
                          <a:latin typeface="Aptos Narrow" panose="020B0004020202020204" pitchFamily="34" charset="0"/>
                        </a:rPr>
                        <a:t>31</a:t>
                      </a:r>
                    </a:p>
                  </a:txBody>
                  <a:tcPr marL="7153" marR="7153" marT="7153" marB="0" anchor="b">
                    <a:lnL>
                      <a:noFill/>
                    </a:lnL>
                    <a:lnR w="12700" cap="flat" cmpd="sng" algn="ctr">
                      <a:solidFill>
                        <a:srgbClr val="000000"/>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r" fontAlgn="b"/>
                      <a:r>
                        <a:rPr lang="en-IN" sz="1000" b="1" i="0" u="none" strike="noStrike" dirty="0">
                          <a:solidFill>
                            <a:srgbClr val="FFFFFF"/>
                          </a:solidFill>
                          <a:effectLst/>
                          <a:latin typeface="Aptos Narrow" panose="020B0004020202020204" pitchFamily="34" charset="0"/>
                        </a:rPr>
                        <a:t>1000</a:t>
                      </a:r>
                    </a:p>
                  </a:txBody>
                  <a:tcPr marL="7153" marR="7153" marT="715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6082"/>
                    </a:solidFill>
                  </a:tcPr>
                </a:tc>
                <a:extLst>
                  <a:ext uri="{0D108BD9-81ED-4DB2-BD59-A6C34878D82A}">
                    <a16:rowId xmlns:a16="http://schemas.microsoft.com/office/drawing/2014/main" val="192486922"/>
                  </a:ext>
                </a:extLst>
              </a:tr>
            </a:tbl>
          </a:graphicData>
        </a:graphic>
      </p:graphicFrame>
      <p:sp>
        <p:nvSpPr>
          <p:cNvPr id="8" name="TextBox 7">
            <a:extLst>
              <a:ext uri="{FF2B5EF4-FFF2-40B4-BE49-F238E27FC236}">
                <a16:creationId xmlns:a16="http://schemas.microsoft.com/office/drawing/2014/main" id="{E56FAA3B-6B63-2D65-4288-7013DDE233D4}"/>
              </a:ext>
            </a:extLst>
          </p:cNvPr>
          <p:cNvSpPr txBox="1"/>
          <p:nvPr/>
        </p:nvSpPr>
        <p:spPr>
          <a:xfrm>
            <a:off x="0" y="1554202"/>
            <a:ext cx="3063901" cy="369332"/>
          </a:xfrm>
          <a:prstGeom prst="rect">
            <a:avLst/>
          </a:prstGeom>
          <a:noFill/>
        </p:spPr>
        <p:txBody>
          <a:bodyPr wrap="square" rtlCol="0">
            <a:spAutoFit/>
          </a:bodyPr>
          <a:lstStyle/>
          <a:p>
            <a:r>
              <a:rPr lang="en-IN" dirty="0"/>
              <a:t>SQL query to perform task </a:t>
            </a:r>
          </a:p>
        </p:txBody>
      </p:sp>
      <p:sp>
        <p:nvSpPr>
          <p:cNvPr id="10" name="TextBox 9">
            <a:extLst>
              <a:ext uri="{FF2B5EF4-FFF2-40B4-BE49-F238E27FC236}">
                <a16:creationId xmlns:a16="http://schemas.microsoft.com/office/drawing/2014/main" id="{A9F91774-DF57-A818-F186-28F5BD86E440}"/>
              </a:ext>
            </a:extLst>
          </p:cNvPr>
          <p:cNvSpPr txBox="1"/>
          <p:nvPr/>
        </p:nvSpPr>
        <p:spPr>
          <a:xfrm>
            <a:off x="0" y="6211669"/>
            <a:ext cx="9471730" cy="646331"/>
          </a:xfrm>
          <a:prstGeom prst="rect">
            <a:avLst/>
          </a:prstGeom>
          <a:noFill/>
        </p:spPr>
        <p:txBody>
          <a:bodyPr wrap="square">
            <a:spAutoFit/>
          </a:bodyPr>
          <a:lstStyle/>
          <a:p>
            <a:r>
              <a:rPr lang="en-IN" dirty="0"/>
              <a:t>table creation by running </a:t>
            </a:r>
            <a:r>
              <a:rPr lang="en-IN" dirty="0" err="1"/>
              <a:t>sql</a:t>
            </a:r>
            <a:r>
              <a:rPr lang="en-IN" dirty="0"/>
              <a:t> query and using excel pivot and formatting for better summarization</a:t>
            </a:r>
          </a:p>
        </p:txBody>
      </p:sp>
      <p:sp>
        <p:nvSpPr>
          <p:cNvPr id="11" name="TextBox 10">
            <a:extLst>
              <a:ext uri="{FF2B5EF4-FFF2-40B4-BE49-F238E27FC236}">
                <a16:creationId xmlns:a16="http://schemas.microsoft.com/office/drawing/2014/main" id="{B688BB3F-8777-591C-F573-9F472529FFB1}"/>
              </a:ext>
            </a:extLst>
          </p:cNvPr>
          <p:cNvSpPr txBox="1"/>
          <p:nvPr/>
        </p:nvSpPr>
        <p:spPr>
          <a:xfrm>
            <a:off x="9128101" y="1355517"/>
            <a:ext cx="2837760" cy="4801314"/>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Adjacent Table  showing repeat purchase of customer by using there ID for each month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As you can see there is high repeat order for first three month(that is  January, February , march)</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NA showing there is no order for that customer id in that month</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April and November has least orders while January has highest orders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4542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743CD5-FAB2-D7FC-C8AF-EE4FA4429080}"/>
              </a:ext>
            </a:extLst>
          </p:cNvPr>
          <p:cNvSpPr>
            <a:spLocks noGrp="1"/>
          </p:cNvSpPr>
          <p:nvPr>
            <p:ph idx="1"/>
          </p:nvPr>
        </p:nvSpPr>
        <p:spPr>
          <a:xfrm>
            <a:off x="0" y="0"/>
            <a:ext cx="1354394" cy="504620"/>
          </a:xfrm>
        </p:spPr>
        <p:txBody>
          <a:bodyPr>
            <a:normAutofit fontScale="92500"/>
          </a:bodyPr>
          <a:lstStyle/>
          <a:p>
            <a:r>
              <a:rPr lang="en-IN"/>
              <a:t>Task 9</a:t>
            </a:r>
          </a:p>
        </p:txBody>
      </p:sp>
      <p:pic>
        <p:nvPicPr>
          <p:cNvPr id="5" name="Picture 4">
            <a:extLst>
              <a:ext uri="{FF2B5EF4-FFF2-40B4-BE49-F238E27FC236}">
                <a16:creationId xmlns:a16="http://schemas.microsoft.com/office/drawing/2014/main" id="{61D20AAB-37DF-C6FA-00EF-3A33B8152F04}"/>
              </a:ext>
            </a:extLst>
          </p:cNvPr>
          <p:cNvPicPr>
            <a:picLocks noChangeAspect="1"/>
          </p:cNvPicPr>
          <p:nvPr/>
        </p:nvPicPr>
        <p:blipFill>
          <a:blip r:embed="rId2"/>
          <a:stretch>
            <a:fillRect/>
          </a:stretch>
        </p:blipFill>
        <p:spPr>
          <a:xfrm>
            <a:off x="98025" y="790811"/>
            <a:ext cx="4267796" cy="1028844"/>
          </a:xfrm>
          <a:prstGeom prst="rect">
            <a:avLst/>
          </a:prstGeom>
        </p:spPr>
      </p:pic>
      <p:graphicFrame>
        <p:nvGraphicFramePr>
          <p:cNvPr id="6" name="Table 5">
            <a:extLst>
              <a:ext uri="{FF2B5EF4-FFF2-40B4-BE49-F238E27FC236}">
                <a16:creationId xmlns:a16="http://schemas.microsoft.com/office/drawing/2014/main" id="{52A792A8-1204-905C-AD6B-760B3DE47331}"/>
              </a:ext>
            </a:extLst>
          </p:cNvPr>
          <p:cNvGraphicFramePr>
            <a:graphicFrameLocks noGrp="1"/>
          </p:cNvGraphicFramePr>
          <p:nvPr>
            <p:extLst>
              <p:ext uri="{D42A27DB-BD31-4B8C-83A1-F6EECF244321}">
                <p14:modId xmlns:p14="http://schemas.microsoft.com/office/powerpoint/2010/main" val="4021011435"/>
              </p:ext>
            </p:extLst>
          </p:nvPr>
        </p:nvGraphicFramePr>
        <p:xfrm>
          <a:off x="254615" y="2646650"/>
          <a:ext cx="3845438" cy="1994174"/>
        </p:xfrm>
        <a:graphic>
          <a:graphicData uri="http://schemas.openxmlformats.org/drawingml/2006/table">
            <a:tbl>
              <a:tblPr/>
              <a:tblGrid>
                <a:gridCol w="1811792">
                  <a:extLst>
                    <a:ext uri="{9D8B030D-6E8A-4147-A177-3AD203B41FA5}">
                      <a16:colId xmlns:a16="http://schemas.microsoft.com/office/drawing/2014/main" val="27081470"/>
                    </a:ext>
                  </a:extLst>
                </a:gridCol>
                <a:gridCol w="2033646">
                  <a:extLst>
                    <a:ext uri="{9D8B030D-6E8A-4147-A177-3AD203B41FA5}">
                      <a16:colId xmlns:a16="http://schemas.microsoft.com/office/drawing/2014/main" val="2362780002"/>
                    </a:ext>
                  </a:extLst>
                </a:gridCol>
              </a:tblGrid>
              <a:tr h="284882">
                <a:tc gridSpan="2">
                  <a:txBody>
                    <a:bodyPr/>
                    <a:lstStyle/>
                    <a:p>
                      <a:pPr algn="ctr" fontAlgn="b"/>
                      <a:r>
                        <a:rPr lang="en-US" sz="1100" b="1" i="0" u="none" strike="noStrike">
                          <a:solidFill>
                            <a:srgbClr val="FFFFFF"/>
                          </a:solidFill>
                          <a:effectLst/>
                          <a:latin typeface="Aptos Narrow" panose="020B0004020202020204" pitchFamily="34" charset="0"/>
                        </a:rPr>
                        <a:t>Top 5 Customers by Sales Volume</a:t>
                      </a:r>
                    </a:p>
                  </a:txBody>
                  <a:tcPr marL="7620" marR="7620" marT="7620" marB="0" anchor="b">
                    <a:lnL>
                      <a:noFill/>
                    </a:lnL>
                    <a:lnR>
                      <a:noFill/>
                    </a:lnR>
                    <a:lnT>
                      <a:noFill/>
                    </a:lnT>
                    <a:lnB w="6350" cap="flat" cmpd="sng" algn="ctr">
                      <a:solidFill>
                        <a:srgbClr val="8ED973"/>
                      </a:solidFill>
                      <a:prstDash val="solid"/>
                      <a:round/>
                      <a:headEnd type="none" w="med" len="med"/>
                      <a:tailEnd type="none" w="med" len="med"/>
                    </a:lnB>
                    <a:solidFill>
                      <a:srgbClr val="196B24"/>
                    </a:solidFill>
                  </a:tcPr>
                </a:tc>
                <a:tc hMerge="1">
                  <a:txBody>
                    <a:bodyPr/>
                    <a:lstStyle/>
                    <a:p>
                      <a:endParaRPr lang="en-IN"/>
                    </a:p>
                  </a:txBody>
                  <a:tcPr/>
                </a:tc>
                <a:extLst>
                  <a:ext uri="{0D108BD9-81ED-4DB2-BD59-A6C34878D82A}">
                    <a16:rowId xmlns:a16="http://schemas.microsoft.com/office/drawing/2014/main" val="205554247"/>
                  </a:ext>
                </a:extLst>
              </a:tr>
              <a:tr h="284882">
                <a:tc>
                  <a:txBody>
                    <a:bodyPr/>
                    <a:lstStyle/>
                    <a:p>
                      <a:pPr algn="l" fontAlgn="b"/>
                      <a:r>
                        <a:rPr lang="en-IN" sz="1100" b="1" i="0" u="none" strike="noStrike">
                          <a:solidFill>
                            <a:srgbClr val="000000"/>
                          </a:solidFill>
                          <a:effectLst/>
                          <a:latin typeface="Aptos Narrow" panose="020B0004020202020204" pitchFamily="34" charset="0"/>
                        </a:rPr>
                        <a:t>Customer_ID</a:t>
                      </a:r>
                    </a:p>
                  </a:txBody>
                  <a:tcPr marL="7620" marR="7620" marT="7620" marB="0" anchor="b">
                    <a:lnL w="6350" cap="flat" cmpd="sng" algn="ctr">
                      <a:solidFill>
                        <a:srgbClr val="8ED973"/>
                      </a:solidFill>
                      <a:prstDash val="solid"/>
                      <a:round/>
                      <a:headEnd type="none" w="med" len="med"/>
                      <a:tailEnd type="none" w="med" len="med"/>
                    </a:lnL>
                    <a:lnR w="6350" cap="flat" cmpd="sng" algn="ctr">
                      <a:solidFill>
                        <a:srgbClr val="8ED973"/>
                      </a:solidFill>
                      <a:prstDash val="solid"/>
                      <a:round/>
                      <a:headEnd type="none" w="med" len="med"/>
                      <a:tailEnd type="none" w="med" len="med"/>
                    </a:lnR>
                    <a:lnT w="6350" cap="flat" cmpd="sng" algn="ctr">
                      <a:solidFill>
                        <a:srgbClr val="8ED973"/>
                      </a:solidFill>
                      <a:prstDash val="solid"/>
                      <a:round/>
                      <a:headEnd type="none" w="med" len="med"/>
                      <a:tailEnd type="none" w="med" len="med"/>
                    </a:lnT>
                    <a:lnB w="6350" cap="flat" cmpd="sng" algn="ctr">
                      <a:solidFill>
                        <a:srgbClr val="8ED973"/>
                      </a:solidFill>
                      <a:prstDash val="solid"/>
                      <a:round/>
                      <a:headEnd type="none" w="med" len="med"/>
                      <a:tailEnd type="none" w="med" len="med"/>
                    </a:lnB>
                    <a:solidFill>
                      <a:srgbClr val="DAF2D0"/>
                    </a:solidFill>
                  </a:tcPr>
                </a:tc>
                <a:tc>
                  <a:txBody>
                    <a:bodyPr/>
                    <a:lstStyle/>
                    <a:p>
                      <a:pPr algn="l" fontAlgn="b"/>
                      <a:r>
                        <a:rPr lang="en-IN" sz="1100" b="1" i="0" u="none" strike="noStrike">
                          <a:solidFill>
                            <a:srgbClr val="000000"/>
                          </a:solidFill>
                          <a:effectLst/>
                          <a:latin typeface="Aptos Narrow" panose="020B0004020202020204" pitchFamily="34" charset="0"/>
                        </a:rPr>
                        <a:t>Sales_Revenue</a:t>
                      </a:r>
                    </a:p>
                  </a:txBody>
                  <a:tcPr marL="7620" marR="7620" marT="7620" marB="0" anchor="b">
                    <a:lnL w="6350" cap="flat" cmpd="sng" algn="ctr">
                      <a:solidFill>
                        <a:srgbClr val="8ED973"/>
                      </a:solidFill>
                      <a:prstDash val="solid"/>
                      <a:round/>
                      <a:headEnd type="none" w="med" len="med"/>
                      <a:tailEnd type="none" w="med" len="med"/>
                    </a:lnL>
                    <a:lnR w="6350" cap="flat" cmpd="sng" algn="ctr">
                      <a:solidFill>
                        <a:srgbClr val="8ED973"/>
                      </a:solidFill>
                      <a:prstDash val="solid"/>
                      <a:round/>
                      <a:headEnd type="none" w="med" len="med"/>
                      <a:tailEnd type="none" w="med" len="med"/>
                    </a:lnR>
                    <a:lnT w="6350" cap="flat" cmpd="sng" algn="ctr">
                      <a:solidFill>
                        <a:srgbClr val="8ED973"/>
                      </a:solidFill>
                      <a:prstDash val="solid"/>
                      <a:round/>
                      <a:headEnd type="none" w="med" len="med"/>
                      <a:tailEnd type="none" w="med" len="med"/>
                    </a:lnT>
                    <a:lnB w="6350" cap="flat" cmpd="sng" algn="ctr">
                      <a:solidFill>
                        <a:srgbClr val="8ED973"/>
                      </a:solidFill>
                      <a:prstDash val="solid"/>
                      <a:round/>
                      <a:headEnd type="none" w="med" len="med"/>
                      <a:tailEnd type="none" w="med" len="med"/>
                    </a:lnB>
                    <a:solidFill>
                      <a:srgbClr val="DAF2D0"/>
                    </a:solidFill>
                  </a:tcPr>
                </a:tc>
                <a:extLst>
                  <a:ext uri="{0D108BD9-81ED-4DB2-BD59-A6C34878D82A}">
                    <a16:rowId xmlns:a16="http://schemas.microsoft.com/office/drawing/2014/main" val="201205448"/>
                  </a:ext>
                </a:extLst>
              </a:tr>
              <a:tr h="284882">
                <a:tc>
                  <a:txBody>
                    <a:bodyPr/>
                    <a:lstStyle/>
                    <a:p>
                      <a:pPr algn="r" fontAlgn="b"/>
                      <a:r>
                        <a:rPr lang="en-IN" sz="1100" b="0" i="0" u="none" strike="noStrike">
                          <a:solidFill>
                            <a:srgbClr val="000000"/>
                          </a:solidFill>
                          <a:effectLst/>
                          <a:latin typeface="Aptos Narrow" panose="020B0004020202020204" pitchFamily="34" charset="0"/>
                        </a:rPr>
                        <a:t>8</a:t>
                      </a:r>
                    </a:p>
                  </a:txBody>
                  <a:tcPr marL="7620" marR="7620" marT="7620" marB="0" anchor="b">
                    <a:lnL w="6350" cap="flat" cmpd="sng" algn="ctr">
                      <a:solidFill>
                        <a:srgbClr val="8ED973"/>
                      </a:solidFill>
                      <a:prstDash val="solid"/>
                      <a:round/>
                      <a:headEnd type="none" w="med" len="med"/>
                      <a:tailEnd type="none" w="med" len="med"/>
                    </a:lnL>
                    <a:lnR w="6350" cap="flat" cmpd="sng" algn="ctr">
                      <a:solidFill>
                        <a:srgbClr val="8ED973"/>
                      </a:solidFill>
                      <a:prstDash val="solid"/>
                      <a:round/>
                      <a:headEnd type="none" w="med" len="med"/>
                      <a:tailEnd type="none" w="med" len="med"/>
                    </a:lnR>
                    <a:lnT w="6350" cap="flat" cmpd="sng" algn="ctr">
                      <a:solidFill>
                        <a:srgbClr val="8ED973"/>
                      </a:solidFill>
                      <a:prstDash val="solid"/>
                      <a:round/>
                      <a:headEnd type="none" w="med" len="med"/>
                      <a:tailEnd type="none" w="med" len="med"/>
                    </a:lnT>
                    <a:lnB w="6350" cap="flat" cmpd="sng" algn="ctr">
                      <a:solidFill>
                        <a:srgbClr val="8ED973"/>
                      </a:solidFill>
                      <a:prstDash val="solid"/>
                      <a:round/>
                      <a:headEnd type="none" w="med" len="med"/>
                      <a:tailEnd type="none" w="med" len="med"/>
                    </a:lnB>
                    <a:solidFill>
                      <a:srgbClr val="B5E6A2"/>
                    </a:solidFill>
                  </a:tcPr>
                </a:tc>
                <a:tc>
                  <a:txBody>
                    <a:bodyPr/>
                    <a:lstStyle/>
                    <a:p>
                      <a:pPr algn="r" fontAlgn="b"/>
                      <a:r>
                        <a:rPr lang="en-IN" sz="1100" b="0" i="0" u="none" strike="noStrike">
                          <a:solidFill>
                            <a:srgbClr val="000000"/>
                          </a:solidFill>
                          <a:effectLst/>
                          <a:latin typeface="Aptos Narrow" panose="020B0004020202020204" pitchFamily="34" charset="0"/>
                        </a:rPr>
                        <a:t>26634.34</a:t>
                      </a:r>
                    </a:p>
                  </a:txBody>
                  <a:tcPr marL="7620" marR="7620" marT="7620" marB="0" anchor="b">
                    <a:lnL w="6350" cap="flat" cmpd="sng" algn="ctr">
                      <a:solidFill>
                        <a:srgbClr val="8ED973"/>
                      </a:solidFill>
                      <a:prstDash val="solid"/>
                      <a:round/>
                      <a:headEnd type="none" w="med" len="med"/>
                      <a:tailEnd type="none" w="med" len="med"/>
                    </a:lnL>
                    <a:lnR w="6350" cap="flat" cmpd="sng" algn="ctr">
                      <a:solidFill>
                        <a:srgbClr val="8ED973"/>
                      </a:solidFill>
                      <a:prstDash val="solid"/>
                      <a:round/>
                      <a:headEnd type="none" w="med" len="med"/>
                      <a:tailEnd type="none" w="med" len="med"/>
                    </a:lnR>
                    <a:lnT w="6350" cap="flat" cmpd="sng" algn="ctr">
                      <a:solidFill>
                        <a:srgbClr val="8ED973"/>
                      </a:solidFill>
                      <a:prstDash val="solid"/>
                      <a:round/>
                      <a:headEnd type="none" w="med" len="med"/>
                      <a:tailEnd type="none" w="med" len="med"/>
                    </a:lnT>
                    <a:lnB w="6350" cap="flat" cmpd="sng" algn="ctr">
                      <a:solidFill>
                        <a:srgbClr val="8ED973"/>
                      </a:solidFill>
                      <a:prstDash val="solid"/>
                      <a:round/>
                      <a:headEnd type="none" w="med" len="med"/>
                      <a:tailEnd type="none" w="med" len="med"/>
                    </a:lnB>
                    <a:solidFill>
                      <a:srgbClr val="B5E6A2"/>
                    </a:solidFill>
                  </a:tcPr>
                </a:tc>
                <a:extLst>
                  <a:ext uri="{0D108BD9-81ED-4DB2-BD59-A6C34878D82A}">
                    <a16:rowId xmlns:a16="http://schemas.microsoft.com/office/drawing/2014/main" val="3088698389"/>
                  </a:ext>
                </a:extLst>
              </a:tr>
              <a:tr h="284882">
                <a:tc>
                  <a:txBody>
                    <a:bodyPr/>
                    <a:lstStyle/>
                    <a:p>
                      <a:pPr algn="r" fontAlgn="b"/>
                      <a:r>
                        <a:rPr lang="en-IN" sz="1100" b="0" i="0" u="none" strike="noStrike">
                          <a:solidFill>
                            <a:srgbClr val="000000"/>
                          </a:solidFill>
                          <a:effectLst/>
                          <a:latin typeface="Aptos Narrow" panose="020B0004020202020204" pitchFamily="34" charset="0"/>
                        </a:rPr>
                        <a:t>3</a:t>
                      </a:r>
                    </a:p>
                  </a:txBody>
                  <a:tcPr marL="7620" marR="7620" marT="7620" marB="0" anchor="b">
                    <a:lnL w="6350" cap="flat" cmpd="sng" algn="ctr">
                      <a:solidFill>
                        <a:srgbClr val="8ED973"/>
                      </a:solidFill>
                      <a:prstDash val="solid"/>
                      <a:round/>
                      <a:headEnd type="none" w="med" len="med"/>
                      <a:tailEnd type="none" w="med" len="med"/>
                    </a:lnL>
                    <a:lnR w="6350" cap="flat" cmpd="sng" algn="ctr">
                      <a:solidFill>
                        <a:srgbClr val="8ED973"/>
                      </a:solidFill>
                      <a:prstDash val="solid"/>
                      <a:round/>
                      <a:headEnd type="none" w="med" len="med"/>
                      <a:tailEnd type="none" w="med" len="med"/>
                    </a:lnR>
                    <a:lnT w="6350" cap="flat" cmpd="sng" algn="ctr">
                      <a:solidFill>
                        <a:srgbClr val="8ED973"/>
                      </a:solidFill>
                      <a:prstDash val="solid"/>
                      <a:round/>
                      <a:headEnd type="none" w="med" len="med"/>
                      <a:tailEnd type="none" w="med" len="med"/>
                    </a:lnT>
                    <a:lnB w="6350" cap="flat" cmpd="sng" algn="ctr">
                      <a:solidFill>
                        <a:srgbClr val="8ED973"/>
                      </a:solidFill>
                      <a:prstDash val="solid"/>
                      <a:round/>
                      <a:headEnd type="none" w="med" len="med"/>
                      <a:tailEnd type="none" w="med" len="med"/>
                    </a:lnB>
                    <a:solidFill>
                      <a:srgbClr val="DAF2D0"/>
                    </a:solidFill>
                  </a:tcPr>
                </a:tc>
                <a:tc>
                  <a:txBody>
                    <a:bodyPr/>
                    <a:lstStyle/>
                    <a:p>
                      <a:pPr algn="r" fontAlgn="b"/>
                      <a:r>
                        <a:rPr lang="en-IN" sz="1100" b="0" i="0" u="none" strike="noStrike">
                          <a:solidFill>
                            <a:srgbClr val="000000"/>
                          </a:solidFill>
                          <a:effectLst/>
                          <a:latin typeface="Aptos Narrow" panose="020B0004020202020204" pitchFamily="34" charset="0"/>
                        </a:rPr>
                        <a:t>23402.26</a:t>
                      </a:r>
                    </a:p>
                  </a:txBody>
                  <a:tcPr marL="7620" marR="7620" marT="7620" marB="0" anchor="b">
                    <a:lnL w="6350" cap="flat" cmpd="sng" algn="ctr">
                      <a:solidFill>
                        <a:srgbClr val="8ED973"/>
                      </a:solidFill>
                      <a:prstDash val="solid"/>
                      <a:round/>
                      <a:headEnd type="none" w="med" len="med"/>
                      <a:tailEnd type="none" w="med" len="med"/>
                    </a:lnL>
                    <a:lnR w="6350" cap="flat" cmpd="sng" algn="ctr">
                      <a:solidFill>
                        <a:srgbClr val="8ED973"/>
                      </a:solidFill>
                      <a:prstDash val="solid"/>
                      <a:round/>
                      <a:headEnd type="none" w="med" len="med"/>
                      <a:tailEnd type="none" w="med" len="med"/>
                    </a:lnR>
                    <a:lnT w="6350" cap="flat" cmpd="sng" algn="ctr">
                      <a:solidFill>
                        <a:srgbClr val="8ED973"/>
                      </a:solidFill>
                      <a:prstDash val="solid"/>
                      <a:round/>
                      <a:headEnd type="none" w="med" len="med"/>
                      <a:tailEnd type="none" w="med" len="med"/>
                    </a:lnT>
                    <a:lnB w="6350" cap="flat" cmpd="sng" algn="ctr">
                      <a:solidFill>
                        <a:srgbClr val="8ED973"/>
                      </a:solidFill>
                      <a:prstDash val="solid"/>
                      <a:round/>
                      <a:headEnd type="none" w="med" len="med"/>
                      <a:tailEnd type="none" w="med" len="med"/>
                    </a:lnB>
                    <a:solidFill>
                      <a:srgbClr val="DAF2D0"/>
                    </a:solidFill>
                  </a:tcPr>
                </a:tc>
                <a:extLst>
                  <a:ext uri="{0D108BD9-81ED-4DB2-BD59-A6C34878D82A}">
                    <a16:rowId xmlns:a16="http://schemas.microsoft.com/office/drawing/2014/main" val="2630990542"/>
                  </a:ext>
                </a:extLst>
              </a:tr>
              <a:tr h="284882">
                <a:tc>
                  <a:txBody>
                    <a:bodyPr/>
                    <a:lstStyle/>
                    <a:p>
                      <a:pPr algn="r" fontAlgn="b"/>
                      <a:r>
                        <a:rPr lang="en-IN" sz="1100" b="0" i="0" u="none" strike="noStrike">
                          <a:solidFill>
                            <a:srgbClr val="000000"/>
                          </a:solidFill>
                          <a:effectLst/>
                          <a:latin typeface="Aptos Narrow" panose="020B0004020202020204" pitchFamily="34" charset="0"/>
                        </a:rPr>
                        <a:t>2</a:t>
                      </a:r>
                    </a:p>
                  </a:txBody>
                  <a:tcPr marL="7620" marR="7620" marT="7620" marB="0" anchor="b">
                    <a:lnL w="6350" cap="flat" cmpd="sng" algn="ctr">
                      <a:solidFill>
                        <a:srgbClr val="8ED973"/>
                      </a:solidFill>
                      <a:prstDash val="solid"/>
                      <a:round/>
                      <a:headEnd type="none" w="med" len="med"/>
                      <a:tailEnd type="none" w="med" len="med"/>
                    </a:lnL>
                    <a:lnR w="6350" cap="flat" cmpd="sng" algn="ctr">
                      <a:solidFill>
                        <a:srgbClr val="8ED973"/>
                      </a:solidFill>
                      <a:prstDash val="solid"/>
                      <a:round/>
                      <a:headEnd type="none" w="med" len="med"/>
                      <a:tailEnd type="none" w="med" len="med"/>
                    </a:lnR>
                    <a:lnT w="6350" cap="flat" cmpd="sng" algn="ctr">
                      <a:solidFill>
                        <a:srgbClr val="8ED973"/>
                      </a:solidFill>
                      <a:prstDash val="solid"/>
                      <a:round/>
                      <a:headEnd type="none" w="med" len="med"/>
                      <a:tailEnd type="none" w="med" len="med"/>
                    </a:lnT>
                    <a:lnB w="6350" cap="flat" cmpd="sng" algn="ctr">
                      <a:solidFill>
                        <a:srgbClr val="8ED973"/>
                      </a:solidFill>
                      <a:prstDash val="solid"/>
                      <a:round/>
                      <a:headEnd type="none" w="med" len="med"/>
                      <a:tailEnd type="none" w="med" len="med"/>
                    </a:lnB>
                    <a:solidFill>
                      <a:srgbClr val="B5E6A2"/>
                    </a:solidFill>
                  </a:tcPr>
                </a:tc>
                <a:tc>
                  <a:txBody>
                    <a:bodyPr/>
                    <a:lstStyle/>
                    <a:p>
                      <a:pPr algn="r" fontAlgn="b"/>
                      <a:r>
                        <a:rPr lang="en-IN" sz="1100" b="0" i="0" u="none" strike="noStrike">
                          <a:solidFill>
                            <a:srgbClr val="000000"/>
                          </a:solidFill>
                          <a:effectLst/>
                          <a:latin typeface="Aptos Narrow" panose="020B0004020202020204" pitchFamily="34" charset="0"/>
                        </a:rPr>
                        <a:t>23392.28</a:t>
                      </a:r>
                    </a:p>
                  </a:txBody>
                  <a:tcPr marL="7620" marR="7620" marT="7620" marB="0" anchor="b">
                    <a:lnL w="6350" cap="flat" cmpd="sng" algn="ctr">
                      <a:solidFill>
                        <a:srgbClr val="8ED973"/>
                      </a:solidFill>
                      <a:prstDash val="solid"/>
                      <a:round/>
                      <a:headEnd type="none" w="med" len="med"/>
                      <a:tailEnd type="none" w="med" len="med"/>
                    </a:lnL>
                    <a:lnR w="6350" cap="flat" cmpd="sng" algn="ctr">
                      <a:solidFill>
                        <a:srgbClr val="8ED973"/>
                      </a:solidFill>
                      <a:prstDash val="solid"/>
                      <a:round/>
                      <a:headEnd type="none" w="med" len="med"/>
                      <a:tailEnd type="none" w="med" len="med"/>
                    </a:lnR>
                    <a:lnT w="6350" cap="flat" cmpd="sng" algn="ctr">
                      <a:solidFill>
                        <a:srgbClr val="8ED973"/>
                      </a:solidFill>
                      <a:prstDash val="solid"/>
                      <a:round/>
                      <a:headEnd type="none" w="med" len="med"/>
                      <a:tailEnd type="none" w="med" len="med"/>
                    </a:lnT>
                    <a:lnB w="6350" cap="flat" cmpd="sng" algn="ctr">
                      <a:solidFill>
                        <a:srgbClr val="8ED973"/>
                      </a:solidFill>
                      <a:prstDash val="solid"/>
                      <a:round/>
                      <a:headEnd type="none" w="med" len="med"/>
                      <a:tailEnd type="none" w="med" len="med"/>
                    </a:lnB>
                    <a:solidFill>
                      <a:srgbClr val="B5E6A2"/>
                    </a:solidFill>
                  </a:tcPr>
                </a:tc>
                <a:extLst>
                  <a:ext uri="{0D108BD9-81ED-4DB2-BD59-A6C34878D82A}">
                    <a16:rowId xmlns:a16="http://schemas.microsoft.com/office/drawing/2014/main" val="422196297"/>
                  </a:ext>
                </a:extLst>
              </a:tr>
              <a:tr h="284882">
                <a:tc>
                  <a:txBody>
                    <a:bodyPr/>
                    <a:lstStyle/>
                    <a:p>
                      <a:pPr algn="r" fontAlgn="b"/>
                      <a:r>
                        <a:rPr lang="en-IN" sz="1100" b="0" i="0" u="none" strike="noStrike">
                          <a:solidFill>
                            <a:srgbClr val="000000"/>
                          </a:solidFill>
                          <a:effectLst/>
                          <a:latin typeface="Aptos Narrow" panose="020B0004020202020204" pitchFamily="34" charset="0"/>
                        </a:rPr>
                        <a:t>15</a:t>
                      </a:r>
                    </a:p>
                  </a:txBody>
                  <a:tcPr marL="7620" marR="7620" marT="7620" marB="0" anchor="b">
                    <a:lnL w="6350" cap="flat" cmpd="sng" algn="ctr">
                      <a:solidFill>
                        <a:srgbClr val="8ED973"/>
                      </a:solidFill>
                      <a:prstDash val="solid"/>
                      <a:round/>
                      <a:headEnd type="none" w="med" len="med"/>
                      <a:tailEnd type="none" w="med" len="med"/>
                    </a:lnL>
                    <a:lnR w="6350" cap="flat" cmpd="sng" algn="ctr">
                      <a:solidFill>
                        <a:srgbClr val="8ED973"/>
                      </a:solidFill>
                      <a:prstDash val="solid"/>
                      <a:round/>
                      <a:headEnd type="none" w="med" len="med"/>
                      <a:tailEnd type="none" w="med" len="med"/>
                    </a:lnR>
                    <a:lnT w="6350" cap="flat" cmpd="sng" algn="ctr">
                      <a:solidFill>
                        <a:srgbClr val="8ED973"/>
                      </a:solidFill>
                      <a:prstDash val="solid"/>
                      <a:round/>
                      <a:headEnd type="none" w="med" len="med"/>
                      <a:tailEnd type="none" w="med" len="med"/>
                    </a:lnT>
                    <a:lnB w="6350" cap="flat" cmpd="sng" algn="ctr">
                      <a:solidFill>
                        <a:srgbClr val="8ED973"/>
                      </a:solidFill>
                      <a:prstDash val="solid"/>
                      <a:round/>
                      <a:headEnd type="none" w="med" len="med"/>
                      <a:tailEnd type="none" w="med" len="med"/>
                    </a:lnB>
                    <a:solidFill>
                      <a:srgbClr val="DAF2D0"/>
                    </a:solidFill>
                  </a:tcPr>
                </a:tc>
                <a:tc>
                  <a:txBody>
                    <a:bodyPr/>
                    <a:lstStyle/>
                    <a:p>
                      <a:pPr algn="r" fontAlgn="b"/>
                      <a:r>
                        <a:rPr lang="en-IN" sz="1100" b="0" i="0" u="none" strike="noStrike">
                          <a:solidFill>
                            <a:srgbClr val="000000"/>
                          </a:solidFill>
                          <a:effectLst/>
                          <a:latin typeface="Aptos Narrow" panose="020B0004020202020204" pitchFamily="34" charset="0"/>
                        </a:rPr>
                        <a:t>22674.46</a:t>
                      </a:r>
                    </a:p>
                  </a:txBody>
                  <a:tcPr marL="7620" marR="7620" marT="7620" marB="0" anchor="b">
                    <a:lnL w="6350" cap="flat" cmpd="sng" algn="ctr">
                      <a:solidFill>
                        <a:srgbClr val="8ED973"/>
                      </a:solidFill>
                      <a:prstDash val="solid"/>
                      <a:round/>
                      <a:headEnd type="none" w="med" len="med"/>
                      <a:tailEnd type="none" w="med" len="med"/>
                    </a:lnL>
                    <a:lnR w="6350" cap="flat" cmpd="sng" algn="ctr">
                      <a:solidFill>
                        <a:srgbClr val="8ED973"/>
                      </a:solidFill>
                      <a:prstDash val="solid"/>
                      <a:round/>
                      <a:headEnd type="none" w="med" len="med"/>
                      <a:tailEnd type="none" w="med" len="med"/>
                    </a:lnR>
                    <a:lnT w="6350" cap="flat" cmpd="sng" algn="ctr">
                      <a:solidFill>
                        <a:srgbClr val="8ED973"/>
                      </a:solidFill>
                      <a:prstDash val="solid"/>
                      <a:round/>
                      <a:headEnd type="none" w="med" len="med"/>
                      <a:tailEnd type="none" w="med" len="med"/>
                    </a:lnT>
                    <a:lnB w="6350" cap="flat" cmpd="sng" algn="ctr">
                      <a:solidFill>
                        <a:srgbClr val="8ED973"/>
                      </a:solidFill>
                      <a:prstDash val="solid"/>
                      <a:round/>
                      <a:headEnd type="none" w="med" len="med"/>
                      <a:tailEnd type="none" w="med" len="med"/>
                    </a:lnB>
                    <a:solidFill>
                      <a:srgbClr val="DAF2D0"/>
                    </a:solidFill>
                  </a:tcPr>
                </a:tc>
                <a:extLst>
                  <a:ext uri="{0D108BD9-81ED-4DB2-BD59-A6C34878D82A}">
                    <a16:rowId xmlns:a16="http://schemas.microsoft.com/office/drawing/2014/main" val="3830489863"/>
                  </a:ext>
                </a:extLst>
              </a:tr>
              <a:tr h="284882">
                <a:tc>
                  <a:txBody>
                    <a:bodyPr/>
                    <a:lstStyle/>
                    <a:p>
                      <a:pPr algn="r" fontAlgn="b"/>
                      <a:r>
                        <a:rPr lang="en-IN" sz="1100" b="0" i="0" u="none" strike="noStrike">
                          <a:solidFill>
                            <a:srgbClr val="000000"/>
                          </a:solidFill>
                          <a:effectLst/>
                          <a:latin typeface="Aptos Narrow" panose="020B0004020202020204" pitchFamily="34" charset="0"/>
                        </a:rPr>
                        <a:t>1</a:t>
                      </a:r>
                    </a:p>
                  </a:txBody>
                  <a:tcPr marL="7620" marR="7620" marT="7620" marB="0" anchor="b">
                    <a:lnL w="6350" cap="flat" cmpd="sng" algn="ctr">
                      <a:solidFill>
                        <a:srgbClr val="8ED973"/>
                      </a:solidFill>
                      <a:prstDash val="solid"/>
                      <a:round/>
                      <a:headEnd type="none" w="med" len="med"/>
                      <a:tailEnd type="none" w="med" len="med"/>
                    </a:lnL>
                    <a:lnR w="6350" cap="flat" cmpd="sng" algn="ctr">
                      <a:solidFill>
                        <a:srgbClr val="8ED973"/>
                      </a:solidFill>
                      <a:prstDash val="solid"/>
                      <a:round/>
                      <a:headEnd type="none" w="med" len="med"/>
                      <a:tailEnd type="none" w="med" len="med"/>
                    </a:lnR>
                    <a:lnT w="6350" cap="flat" cmpd="sng" algn="ctr">
                      <a:solidFill>
                        <a:srgbClr val="8ED973"/>
                      </a:solidFill>
                      <a:prstDash val="solid"/>
                      <a:round/>
                      <a:headEnd type="none" w="med" len="med"/>
                      <a:tailEnd type="none" w="med" len="med"/>
                    </a:lnT>
                    <a:lnB w="6350" cap="flat" cmpd="sng" algn="ctr">
                      <a:solidFill>
                        <a:srgbClr val="8ED973"/>
                      </a:solidFill>
                      <a:prstDash val="solid"/>
                      <a:round/>
                      <a:headEnd type="none" w="med" len="med"/>
                      <a:tailEnd type="none" w="med" len="med"/>
                    </a:lnB>
                    <a:solidFill>
                      <a:srgbClr val="B5E6A2"/>
                    </a:solidFill>
                  </a:tcPr>
                </a:tc>
                <a:tc>
                  <a:txBody>
                    <a:bodyPr/>
                    <a:lstStyle/>
                    <a:p>
                      <a:pPr algn="r" fontAlgn="b"/>
                      <a:r>
                        <a:rPr lang="en-IN" sz="1100" b="0" i="0" u="none" strike="noStrike" dirty="0">
                          <a:solidFill>
                            <a:srgbClr val="000000"/>
                          </a:solidFill>
                          <a:effectLst/>
                          <a:latin typeface="Aptos Narrow" panose="020B0004020202020204" pitchFamily="34" charset="0"/>
                        </a:rPr>
                        <a:t>22634.55</a:t>
                      </a:r>
                    </a:p>
                  </a:txBody>
                  <a:tcPr marL="7620" marR="7620" marT="7620" marB="0" anchor="b">
                    <a:lnL w="6350" cap="flat" cmpd="sng" algn="ctr">
                      <a:solidFill>
                        <a:srgbClr val="8ED973"/>
                      </a:solidFill>
                      <a:prstDash val="solid"/>
                      <a:round/>
                      <a:headEnd type="none" w="med" len="med"/>
                      <a:tailEnd type="none" w="med" len="med"/>
                    </a:lnL>
                    <a:lnR w="6350" cap="flat" cmpd="sng" algn="ctr">
                      <a:solidFill>
                        <a:srgbClr val="8ED973"/>
                      </a:solidFill>
                      <a:prstDash val="solid"/>
                      <a:round/>
                      <a:headEnd type="none" w="med" len="med"/>
                      <a:tailEnd type="none" w="med" len="med"/>
                    </a:lnR>
                    <a:lnT w="6350" cap="flat" cmpd="sng" algn="ctr">
                      <a:solidFill>
                        <a:srgbClr val="8ED973"/>
                      </a:solidFill>
                      <a:prstDash val="solid"/>
                      <a:round/>
                      <a:headEnd type="none" w="med" len="med"/>
                      <a:tailEnd type="none" w="med" len="med"/>
                    </a:lnT>
                    <a:lnB w="6350" cap="flat" cmpd="sng" algn="ctr">
                      <a:solidFill>
                        <a:srgbClr val="8ED973"/>
                      </a:solidFill>
                      <a:prstDash val="solid"/>
                      <a:round/>
                      <a:headEnd type="none" w="med" len="med"/>
                      <a:tailEnd type="none" w="med" len="med"/>
                    </a:lnB>
                    <a:solidFill>
                      <a:srgbClr val="B5E6A2"/>
                    </a:solidFill>
                  </a:tcPr>
                </a:tc>
                <a:extLst>
                  <a:ext uri="{0D108BD9-81ED-4DB2-BD59-A6C34878D82A}">
                    <a16:rowId xmlns:a16="http://schemas.microsoft.com/office/drawing/2014/main" val="895532381"/>
                  </a:ext>
                </a:extLst>
              </a:tr>
            </a:tbl>
          </a:graphicData>
        </a:graphic>
      </p:graphicFrame>
      <p:sp>
        <p:nvSpPr>
          <p:cNvPr id="8" name="TextBox 7">
            <a:extLst>
              <a:ext uri="{FF2B5EF4-FFF2-40B4-BE49-F238E27FC236}">
                <a16:creationId xmlns:a16="http://schemas.microsoft.com/office/drawing/2014/main" id="{E2DAB20A-1C51-873F-D26D-AE6D3145E29A}"/>
              </a:ext>
            </a:extLst>
          </p:cNvPr>
          <p:cNvSpPr txBox="1"/>
          <p:nvPr/>
        </p:nvSpPr>
        <p:spPr>
          <a:xfrm>
            <a:off x="254615" y="5038346"/>
            <a:ext cx="11273286" cy="646331"/>
          </a:xfrm>
          <a:prstGeom prst="rect">
            <a:avLst/>
          </a:prstGeom>
          <a:noFill/>
        </p:spPr>
        <p:txBody>
          <a:bodyPr wrap="square">
            <a:spAutoFit/>
          </a:bodyPr>
          <a:lstStyle/>
          <a:p>
            <a:r>
              <a:rPr lang="en-IN" sz="1800" dirty="0">
                <a:latin typeface="Times New Roman" panose="02020603050405020304" pitchFamily="18" charset="0"/>
                <a:cs typeface="Times New Roman" panose="02020603050405020304" pitchFamily="18" charset="0"/>
              </a:rPr>
              <a:t>By running  SQL query we get  table of </a:t>
            </a:r>
            <a:r>
              <a:rPr lang="en-US" dirty="0">
                <a:latin typeface="Times New Roman" panose="02020603050405020304" pitchFamily="18" charset="0"/>
                <a:cs typeface="Times New Roman" panose="02020603050405020304" pitchFamily="18" charset="0"/>
              </a:rPr>
              <a:t>top 5 customers who have generated most sales Revenue</a:t>
            </a:r>
            <a:r>
              <a:rPr lang="en-IN" sz="1800" dirty="0">
                <a:latin typeface="Times New Roman" panose="02020603050405020304" pitchFamily="18" charset="0"/>
                <a:cs typeface="Times New Roman" panose="02020603050405020304" pitchFamily="18" charset="0"/>
              </a:rPr>
              <a:t> which is formatted in excel for visual appealing look</a:t>
            </a:r>
          </a:p>
        </p:txBody>
      </p:sp>
    </p:spTree>
    <p:extLst>
      <p:ext uri="{BB962C8B-B14F-4D97-AF65-F5344CB8AC3E}">
        <p14:creationId xmlns:p14="http://schemas.microsoft.com/office/powerpoint/2010/main" val="340575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854B7F-D458-2C47-511E-16CD485367CC}"/>
              </a:ext>
            </a:extLst>
          </p:cNvPr>
          <p:cNvSpPr>
            <a:spLocks noGrp="1"/>
          </p:cNvSpPr>
          <p:nvPr>
            <p:ph idx="1"/>
          </p:nvPr>
        </p:nvSpPr>
        <p:spPr>
          <a:xfrm>
            <a:off x="0" y="0"/>
            <a:ext cx="1433052" cy="484956"/>
          </a:xfrm>
        </p:spPr>
        <p:txBody>
          <a:bodyPr/>
          <a:lstStyle/>
          <a:p>
            <a:pPr marL="0" indent="0">
              <a:buNone/>
            </a:pPr>
            <a:r>
              <a:rPr lang="en-IN" dirty="0"/>
              <a:t>Task 10</a:t>
            </a:r>
          </a:p>
        </p:txBody>
      </p:sp>
      <p:pic>
        <p:nvPicPr>
          <p:cNvPr id="5" name="Picture 4">
            <a:extLst>
              <a:ext uri="{FF2B5EF4-FFF2-40B4-BE49-F238E27FC236}">
                <a16:creationId xmlns:a16="http://schemas.microsoft.com/office/drawing/2014/main" id="{34071855-C0EE-DE2E-8089-50C45E190E7F}"/>
              </a:ext>
            </a:extLst>
          </p:cNvPr>
          <p:cNvPicPr>
            <a:picLocks noChangeAspect="1"/>
          </p:cNvPicPr>
          <p:nvPr/>
        </p:nvPicPr>
        <p:blipFill>
          <a:blip r:embed="rId2"/>
          <a:stretch>
            <a:fillRect/>
          </a:stretch>
        </p:blipFill>
        <p:spPr>
          <a:xfrm>
            <a:off x="185423" y="785699"/>
            <a:ext cx="4505954" cy="1629002"/>
          </a:xfrm>
          <a:prstGeom prst="rect">
            <a:avLst/>
          </a:prstGeom>
        </p:spPr>
      </p:pic>
      <p:graphicFrame>
        <p:nvGraphicFramePr>
          <p:cNvPr id="7" name="Table 6">
            <a:extLst>
              <a:ext uri="{FF2B5EF4-FFF2-40B4-BE49-F238E27FC236}">
                <a16:creationId xmlns:a16="http://schemas.microsoft.com/office/drawing/2014/main" id="{9804D0D8-F540-C6DB-5DA1-43AC698F1574}"/>
              </a:ext>
            </a:extLst>
          </p:cNvPr>
          <p:cNvGraphicFramePr>
            <a:graphicFrameLocks noGrp="1"/>
          </p:cNvGraphicFramePr>
          <p:nvPr>
            <p:extLst>
              <p:ext uri="{D42A27DB-BD31-4B8C-83A1-F6EECF244321}">
                <p14:modId xmlns:p14="http://schemas.microsoft.com/office/powerpoint/2010/main" val="1238629830"/>
              </p:ext>
            </p:extLst>
          </p:nvPr>
        </p:nvGraphicFramePr>
        <p:xfrm>
          <a:off x="553679" y="3161619"/>
          <a:ext cx="1884721" cy="1715184"/>
        </p:xfrm>
        <a:graphic>
          <a:graphicData uri="http://schemas.openxmlformats.org/drawingml/2006/table">
            <a:tbl>
              <a:tblPr/>
              <a:tblGrid>
                <a:gridCol w="1052727">
                  <a:extLst>
                    <a:ext uri="{9D8B030D-6E8A-4147-A177-3AD203B41FA5}">
                      <a16:colId xmlns:a16="http://schemas.microsoft.com/office/drawing/2014/main" val="1342742023"/>
                    </a:ext>
                  </a:extLst>
                </a:gridCol>
                <a:gridCol w="831994">
                  <a:extLst>
                    <a:ext uri="{9D8B030D-6E8A-4147-A177-3AD203B41FA5}">
                      <a16:colId xmlns:a16="http://schemas.microsoft.com/office/drawing/2014/main" val="751952549"/>
                    </a:ext>
                  </a:extLst>
                </a:gridCol>
              </a:tblGrid>
              <a:tr h="214398">
                <a:tc>
                  <a:txBody>
                    <a:bodyPr/>
                    <a:lstStyle/>
                    <a:p>
                      <a:pPr algn="l" fontAlgn="b"/>
                      <a:r>
                        <a:rPr lang="en-IN" sz="1100" b="1" i="0" u="none" strike="noStrike">
                          <a:solidFill>
                            <a:srgbClr val="FFFFFF"/>
                          </a:solidFill>
                          <a:effectLst/>
                          <a:latin typeface="Aptos Narrow" panose="020B0004020202020204" pitchFamily="34" charset="0"/>
                        </a:rPr>
                        <a:t>Week_Day</a:t>
                      </a:r>
                    </a:p>
                  </a:txBody>
                  <a:tcPr marL="7620" marR="7620" marT="7620" marB="0" anchor="b">
                    <a:lnL w="6350" cap="flat" cmpd="sng" algn="ctr">
                      <a:solidFill>
                        <a:srgbClr val="0F9ED5"/>
                      </a:solidFill>
                      <a:prstDash val="solid"/>
                      <a:round/>
                      <a:headEnd type="none" w="med" len="med"/>
                      <a:tailEnd type="none" w="med" len="med"/>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0F9ED5"/>
                    </a:solidFill>
                  </a:tcPr>
                </a:tc>
                <a:tc>
                  <a:txBody>
                    <a:bodyPr/>
                    <a:lstStyle/>
                    <a:p>
                      <a:pPr algn="l" fontAlgn="b"/>
                      <a:r>
                        <a:rPr lang="en-IN" sz="1100" b="1" i="0" u="none" strike="noStrike">
                          <a:solidFill>
                            <a:srgbClr val="FFFFFF"/>
                          </a:solidFill>
                          <a:effectLst/>
                          <a:latin typeface="Aptos Narrow" panose="020B0004020202020204" pitchFamily="34" charset="0"/>
                        </a:rPr>
                        <a:t>Sales</a:t>
                      </a:r>
                    </a:p>
                  </a:txBody>
                  <a:tcPr marL="7620" marR="7620" marT="7620" marB="0" anchor="b">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0F9ED5"/>
                    </a:solidFill>
                  </a:tcPr>
                </a:tc>
                <a:extLst>
                  <a:ext uri="{0D108BD9-81ED-4DB2-BD59-A6C34878D82A}">
                    <a16:rowId xmlns:a16="http://schemas.microsoft.com/office/drawing/2014/main" val="1852911482"/>
                  </a:ext>
                </a:extLst>
              </a:tr>
              <a:tr h="214398">
                <a:tc>
                  <a:txBody>
                    <a:bodyPr/>
                    <a:lstStyle/>
                    <a:p>
                      <a:pPr algn="l" fontAlgn="b"/>
                      <a:r>
                        <a:rPr lang="en-IN" sz="1100" b="0" i="0" u="none" strike="noStrike">
                          <a:solidFill>
                            <a:srgbClr val="000000"/>
                          </a:solidFill>
                          <a:effectLst/>
                          <a:latin typeface="Aptos Narrow" panose="020B0004020202020204" pitchFamily="34" charset="0"/>
                        </a:rPr>
                        <a:t>Tuesday</a:t>
                      </a:r>
                    </a:p>
                  </a:txBody>
                  <a:tcPr marL="7620" marR="7620" marT="7620" marB="0" anchor="b">
                    <a:lnL w="6350" cap="flat" cmpd="sng" algn="ctr">
                      <a:solidFill>
                        <a:srgbClr val="0F9ED5"/>
                      </a:solidFill>
                      <a:prstDash val="solid"/>
                      <a:round/>
                      <a:headEnd type="none" w="med" len="med"/>
                      <a:tailEnd type="none" w="med" len="med"/>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FFFF00"/>
                    </a:solidFill>
                  </a:tcPr>
                </a:tc>
                <a:tc>
                  <a:txBody>
                    <a:bodyPr/>
                    <a:lstStyle/>
                    <a:p>
                      <a:pPr algn="r" fontAlgn="b"/>
                      <a:r>
                        <a:rPr lang="en-IN" sz="1100" b="0" i="0" u="none" strike="noStrike">
                          <a:solidFill>
                            <a:srgbClr val="000000"/>
                          </a:solidFill>
                          <a:effectLst/>
                          <a:latin typeface="Aptos Narrow" panose="020B0004020202020204" pitchFamily="34" charset="0"/>
                        </a:rPr>
                        <a:t>54630.22</a:t>
                      </a:r>
                    </a:p>
                  </a:txBody>
                  <a:tcPr marL="7620" marR="7620" marT="7620" marB="0" anchor="b">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FFFF00"/>
                    </a:solidFill>
                  </a:tcPr>
                </a:tc>
                <a:extLst>
                  <a:ext uri="{0D108BD9-81ED-4DB2-BD59-A6C34878D82A}">
                    <a16:rowId xmlns:a16="http://schemas.microsoft.com/office/drawing/2014/main" val="2751586574"/>
                  </a:ext>
                </a:extLst>
              </a:tr>
              <a:tr h="214398">
                <a:tc>
                  <a:txBody>
                    <a:bodyPr/>
                    <a:lstStyle/>
                    <a:p>
                      <a:pPr algn="l" fontAlgn="b"/>
                      <a:r>
                        <a:rPr lang="en-IN" sz="1100" b="0" i="0" u="none" strike="noStrike">
                          <a:solidFill>
                            <a:srgbClr val="000000"/>
                          </a:solidFill>
                          <a:effectLst/>
                          <a:latin typeface="Aptos Narrow" panose="020B0004020202020204" pitchFamily="34" charset="0"/>
                        </a:rPr>
                        <a:t>Sunday</a:t>
                      </a:r>
                    </a:p>
                  </a:txBody>
                  <a:tcPr marL="7620" marR="7620" marT="7620" marB="0" anchor="b">
                    <a:lnL w="6350" cap="flat" cmpd="sng" algn="ctr">
                      <a:solidFill>
                        <a:srgbClr val="0F9ED5"/>
                      </a:solidFill>
                      <a:prstDash val="solid"/>
                      <a:round/>
                      <a:headEnd type="none" w="med" len="med"/>
                      <a:tailEnd type="none" w="med" len="med"/>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r" fontAlgn="b"/>
                      <a:r>
                        <a:rPr lang="en-IN" sz="1100" b="0" i="0" u="none" strike="noStrike" dirty="0">
                          <a:solidFill>
                            <a:srgbClr val="000000"/>
                          </a:solidFill>
                          <a:effectLst/>
                          <a:latin typeface="Aptos Narrow" panose="020B0004020202020204" pitchFamily="34" charset="0"/>
                        </a:rPr>
                        <a:t>49704.6</a:t>
                      </a:r>
                    </a:p>
                  </a:txBody>
                  <a:tcPr marL="7620" marR="7620" marT="7620" marB="0" anchor="b">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2100753267"/>
                  </a:ext>
                </a:extLst>
              </a:tr>
              <a:tr h="214398">
                <a:tc>
                  <a:txBody>
                    <a:bodyPr/>
                    <a:lstStyle/>
                    <a:p>
                      <a:pPr algn="l" fontAlgn="b"/>
                      <a:r>
                        <a:rPr lang="en-IN" sz="1100" b="0" i="0" u="none" strike="noStrike">
                          <a:solidFill>
                            <a:srgbClr val="000000"/>
                          </a:solidFill>
                          <a:effectLst/>
                          <a:latin typeface="Aptos Narrow" panose="020B0004020202020204" pitchFamily="34" charset="0"/>
                        </a:rPr>
                        <a:t>Wednesday</a:t>
                      </a:r>
                    </a:p>
                  </a:txBody>
                  <a:tcPr marL="7620" marR="7620" marT="7620" marB="0" anchor="b">
                    <a:lnL w="6350" cap="flat" cmpd="sng" algn="ctr">
                      <a:solidFill>
                        <a:srgbClr val="0F9ED5"/>
                      </a:solidFill>
                      <a:prstDash val="solid"/>
                      <a:round/>
                      <a:headEnd type="none" w="med" len="med"/>
                      <a:tailEnd type="none" w="med" len="med"/>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47221.21</a:t>
                      </a:r>
                    </a:p>
                  </a:txBody>
                  <a:tcPr marL="7620" marR="7620" marT="7620" marB="0" anchor="b">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1919430819"/>
                  </a:ext>
                </a:extLst>
              </a:tr>
              <a:tr h="214398">
                <a:tc>
                  <a:txBody>
                    <a:bodyPr/>
                    <a:lstStyle/>
                    <a:p>
                      <a:pPr algn="l" fontAlgn="b"/>
                      <a:r>
                        <a:rPr lang="en-IN" sz="1100" b="0" i="0" u="none" strike="noStrike">
                          <a:solidFill>
                            <a:srgbClr val="000000"/>
                          </a:solidFill>
                          <a:effectLst/>
                          <a:latin typeface="Aptos Narrow" panose="020B0004020202020204" pitchFamily="34" charset="0"/>
                        </a:rPr>
                        <a:t>Saturday</a:t>
                      </a:r>
                    </a:p>
                  </a:txBody>
                  <a:tcPr marL="7620" marR="7620" marT="7620" marB="0" anchor="b">
                    <a:lnL w="6350" cap="flat" cmpd="sng" algn="ctr">
                      <a:solidFill>
                        <a:srgbClr val="0F9ED5"/>
                      </a:solidFill>
                      <a:prstDash val="solid"/>
                      <a:round/>
                      <a:headEnd type="none" w="med" len="med"/>
                      <a:tailEnd type="none" w="med" len="med"/>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46842.79</a:t>
                      </a:r>
                    </a:p>
                  </a:txBody>
                  <a:tcPr marL="7620" marR="7620" marT="7620" marB="0" anchor="b">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2166546586"/>
                  </a:ext>
                </a:extLst>
              </a:tr>
              <a:tr h="214398">
                <a:tc>
                  <a:txBody>
                    <a:bodyPr/>
                    <a:lstStyle/>
                    <a:p>
                      <a:pPr algn="l" fontAlgn="b"/>
                      <a:r>
                        <a:rPr lang="en-IN" sz="1100" b="0" i="0" u="none" strike="noStrike">
                          <a:solidFill>
                            <a:srgbClr val="000000"/>
                          </a:solidFill>
                          <a:effectLst/>
                          <a:latin typeface="Aptos Narrow" panose="020B0004020202020204" pitchFamily="34" charset="0"/>
                        </a:rPr>
                        <a:t>Thursday</a:t>
                      </a:r>
                    </a:p>
                  </a:txBody>
                  <a:tcPr marL="7620" marR="7620" marT="7620" marB="0" anchor="b">
                    <a:lnL w="6350" cap="flat" cmpd="sng" algn="ctr">
                      <a:solidFill>
                        <a:srgbClr val="0F9ED5"/>
                      </a:solidFill>
                      <a:prstDash val="solid"/>
                      <a:round/>
                      <a:headEnd type="none" w="med" len="med"/>
                      <a:tailEnd type="none" w="med" len="med"/>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45166.16</a:t>
                      </a:r>
                    </a:p>
                  </a:txBody>
                  <a:tcPr marL="7620" marR="7620" marT="7620" marB="0" anchor="b">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3384238888"/>
                  </a:ext>
                </a:extLst>
              </a:tr>
              <a:tr h="214398">
                <a:tc>
                  <a:txBody>
                    <a:bodyPr/>
                    <a:lstStyle/>
                    <a:p>
                      <a:pPr algn="l" fontAlgn="b"/>
                      <a:r>
                        <a:rPr lang="en-IN" sz="1100" b="0" i="0" u="none" strike="noStrike">
                          <a:solidFill>
                            <a:srgbClr val="000000"/>
                          </a:solidFill>
                          <a:effectLst/>
                          <a:latin typeface="Aptos Narrow" panose="020B0004020202020204" pitchFamily="34" charset="0"/>
                        </a:rPr>
                        <a:t>Friday</a:t>
                      </a:r>
                    </a:p>
                  </a:txBody>
                  <a:tcPr marL="7620" marR="7620" marT="7620" marB="0" anchor="b">
                    <a:lnL w="6350" cap="flat" cmpd="sng" algn="ctr">
                      <a:solidFill>
                        <a:srgbClr val="0F9ED5"/>
                      </a:solidFill>
                      <a:prstDash val="solid"/>
                      <a:round/>
                      <a:headEnd type="none" w="med" len="med"/>
                      <a:tailEnd type="none" w="med" len="med"/>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r" fontAlgn="b"/>
                      <a:r>
                        <a:rPr lang="en-IN" sz="1100" b="0" i="0" u="none" strike="noStrike">
                          <a:solidFill>
                            <a:srgbClr val="000000"/>
                          </a:solidFill>
                          <a:effectLst/>
                          <a:latin typeface="Aptos Narrow" panose="020B0004020202020204" pitchFamily="34" charset="0"/>
                        </a:rPr>
                        <a:t>44352.87</a:t>
                      </a:r>
                    </a:p>
                  </a:txBody>
                  <a:tcPr marL="7620" marR="7620" marT="7620" marB="0" anchor="b">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3005774762"/>
                  </a:ext>
                </a:extLst>
              </a:tr>
              <a:tr h="214398">
                <a:tc>
                  <a:txBody>
                    <a:bodyPr/>
                    <a:lstStyle/>
                    <a:p>
                      <a:pPr algn="l" fontAlgn="b"/>
                      <a:r>
                        <a:rPr lang="en-IN" sz="1100" b="0" i="0" u="none" strike="noStrike">
                          <a:solidFill>
                            <a:srgbClr val="000000"/>
                          </a:solidFill>
                          <a:effectLst/>
                          <a:latin typeface="Aptos Narrow" panose="020B0004020202020204" pitchFamily="34" charset="0"/>
                        </a:rPr>
                        <a:t>Monday</a:t>
                      </a:r>
                    </a:p>
                  </a:txBody>
                  <a:tcPr marL="7620" marR="7620" marT="7620" marB="0" anchor="b">
                    <a:lnL w="6350" cap="flat" cmpd="sng" algn="ctr">
                      <a:solidFill>
                        <a:srgbClr val="0F9ED5"/>
                      </a:solidFill>
                      <a:prstDash val="solid"/>
                      <a:round/>
                      <a:headEnd type="none" w="med" len="med"/>
                      <a:tailEnd type="none" w="med" len="med"/>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r" fontAlgn="b"/>
                      <a:r>
                        <a:rPr lang="en-IN" sz="1100" b="0" i="0" u="none" strike="noStrike" dirty="0">
                          <a:solidFill>
                            <a:srgbClr val="000000"/>
                          </a:solidFill>
                          <a:effectLst/>
                          <a:latin typeface="Aptos Narrow" panose="020B0004020202020204" pitchFamily="34" charset="0"/>
                        </a:rPr>
                        <a:t>35048.91</a:t>
                      </a:r>
                    </a:p>
                  </a:txBody>
                  <a:tcPr marL="7620" marR="7620" marT="7620" marB="0" anchor="b">
                    <a:lnL>
                      <a:noFill/>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976644283"/>
                  </a:ext>
                </a:extLst>
              </a:tr>
            </a:tbl>
          </a:graphicData>
        </a:graphic>
      </p:graphicFrame>
      <p:sp>
        <p:nvSpPr>
          <p:cNvPr id="8" name="TextBox 7">
            <a:extLst>
              <a:ext uri="{FF2B5EF4-FFF2-40B4-BE49-F238E27FC236}">
                <a16:creationId xmlns:a16="http://schemas.microsoft.com/office/drawing/2014/main" id="{E2BA7ECB-3CC7-6621-ECFF-4023A3BB73D1}"/>
              </a:ext>
            </a:extLst>
          </p:cNvPr>
          <p:cNvSpPr txBox="1"/>
          <p:nvPr/>
        </p:nvSpPr>
        <p:spPr>
          <a:xfrm>
            <a:off x="254615" y="5038346"/>
            <a:ext cx="11273286" cy="1200329"/>
          </a:xfrm>
          <a:prstGeom prst="rect">
            <a:avLst/>
          </a:prstGeom>
          <a:noFill/>
        </p:spPr>
        <p:txBody>
          <a:bodyPr wrap="square">
            <a:spAutoFit/>
          </a:bodyPr>
          <a:lstStyle/>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By running  SQL query we get  table of which </a:t>
            </a:r>
            <a:r>
              <a:rPr lang="en-US" dirty="0">
                <a:latin typeface="Times New Roman" panose="02020603050405020304" pitchFamily="18" charset="0"/>
                <a:cs typeface="Times New Roman" panose="02020603050405020304" pitchFamily="18" charset="0"/>
              </a:rPr>
              <a:t>day of the week brings the highest sales</a:t>
            </a:r>
            <a:r>
              <a:rPr lang="en-IN" sz="1800" dirty="0">
                <a:latin typeface="Times New Roman" panose="02020603050405020304" pitchFamily="18" charset="0"/>
                <a:cs typeface="Times New Roman" panose="02020603050405020304" pitchFamily="18" charset="0"/>
              </a:rPr>
              <a:t> which is formatted in excel for visual appealing look</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Tuesday brings highest sales which is highlighted</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Also query is arranged well by </a:t>
            </a:r>
            <a:r>
              <a:rPr lang="en-IN" dirty="0">
                <a:latin typeface="Times New Roman" panose="02020603050405020304" pitchFamily="18" charset="0"/>
                <a:cs typeface="Times New Roman" panose="02020603050405020304" pitchFamily="18" charset="0"/>
              </a:rPr>
              <a:t>using </a:t>
            </a:r>
            <a:r>
              <a:rPr lang="en-IN" dirty="0" err="1">
                <a:latin typeface="Times New Roman" panose="02020603050405020304" pitchFamily="18" charset="0"/>
                <a:cs typeface="Times New Roman" panose="02020603050405020304" pitchFamily="18" charset="0"/>
              </a:rPr>
              <a:t>beutify</a:t>
            </a:r>
            <a:r>
              <a:rPr lang="en-IN" dirty="0">
                <a:latin typeface="Times New Roman" panose="02020603050405020304" pitchFamily="18" charset="0"/>
                <a:cs typeface="Times New Roman" panose="02020603050405020304" pitchFamily="18" charset="0"/>
              </a:rPr>
              <a:t> feature in SQL</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7252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B21F02-4FC8-00E7-D472-46761403E9EF}"/>
              </a:ext>
            </a:extLst>
          </p:cNvPr>
          <p:cNvSpPr>
            <a:spLocks noGrp="1"/>
          </p:cNvSpPr>
          <p:nvPr>
            <p:ph idx="1"/>
          </p:nvPr>
        </p:nvSpPr>
        <p:spPr>
          <a:xfrm>
            <a:off x="-1" y="0"/>
            <a:ext cx="4296698" cy="717755"/>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PROJECT SUGGESTION</a:t>
            </a:r>
          </a:p>
        </p:txBody>
      </p:sp>
      <p:sp>
        <p:nvSpPr>
          <p:cNvPr id="4" name="TextBox 3">
            <a:extLst>
              <a:ext uri="{FF2B5EF4-FFF2-40B4-BE49-F238E27FC236}">
                <a16:creationId xmlns:a16="http://schemas.microsoft.com/office/drawing/2014/main" id="{8851B8DF-F0A1-86F7-00E5-FCDB48EF7CAB}"/>
              </a:ext>
            </a:extLst>
          </p:cNvPr>
          <p:cNvSpPr txBox="1"/>
          <p:nvPr/>
        </p:nvSpPr>
        <p:spPr>
          <a:xfrm>
            <a:off x="373625" y="717755"/>
            <a:ext cx="9635614" cy="7848302"/>
          </a:xfrm>
          <a:prstGeom prst="rect">
            <a:avLst/>
          </a:prstGeom>
          <a:noFill/>
        </p:spPr>
        <p:txBody>
          <a:bodyPr wrap="square" rtlCol="0">
            <a:spAutoFit/>
          </a:bodyPr>
          <a:lstStyle/>
          <a:p>
            <a:pPr marL="285750" indent="-285750">
              <a:buFont typeface="Arial" panose="020B0604020202020204" pitchFamily="34" charset="0"/>
              <a:buChar char="•"/>
            </a:pPr>
            <a:r>
              <a:rPr lang="en-IN" dirty="0"/>
              <a:t>Finding reason of negative growth rate over time per month in year and work on it If there is space for improvement</a:t>
            </a:r>
          </a:p>
          <a:p>
            <a:pPr marL="285750" indent="-285750">
              <a:buFont typeface="Arial" panose="020B0604020202020204" pitchFamily="34" charset="0"/>
              <a:buChar char="•"/>
            </a:pPr>
            <a:r>
              <a:rPr lang="en-IN" dirty="0"/>
              <a:t>Finding reason and get learning from branch B for better growth rate</a:t>
            </a:r>
          </a:p>
          <a:p>
            <a:pPr marL="285750" indent="-285750">
              <a:buFont typeface="Arial" panose="020B0604020202020204" pitchFamily="34" charset="0"/>
              <a:buChar char="•"/>
            </a:pPr>
            <a:r>
              <a:rPr lang="en-US" dirty="0"/>
              <a:t>Focus on product line contributes the highest profit to each branch and analyzing for extra potential growth and also analyze growth potential of other less performing branch to improve profit margin on it</a:t>
            </a:r>
          </a:p>
          <a:p>
            <a:pPr marL="285750" indent="-285750">
              <a:buFont typeface="Arial" panose="020B0604020202020204" pitchFamily="34" charset="0"/>
              <a:buChar char="•"/>
            </a:pPr>
            <a:r>
              <a:rPr lang="en-IN" dirty="0"/>
              <a:t>Developing policy to attract high purchase rate customer in such way it maintain and beneficial for  medium purchase rate customer</a:t>
            </a:r>
          </a:p>
          <a:p>
            <a:pPr marL="285750" indent="-285750">
              <a:buFont typeface="Arial" panose="020B0604020202020204" pitchFamily="34" charset="0"/>
              <a:buChar char="•"/>
            </a:pPr>
            <a:r>
              <a:rPr lang="en-IN" dirty="0"/>
              <a:t>Removing anomalies from data  for better analysis and to solve business problem</a:t>
            </a:r>
          </a:p>
          <a:p>
            <a:pPr marL="285750" indent="-285750">
              <a:buFont typeface="Arial" panose="020B0604020202020204" pitchFamily="34" charset="0"/>
              <a:buChar char="•"/>
            </a:pPr>
            <a:r>
              <a:rPr lang="en-IN" dirty="0"/>
              <a:t>Develop offer related payment method as per popular payment method for each city</a:t>
            </a:r>
          </a:p>
          <a:p>
            <a:pPr marL="285750" indent="-285750">
              <a:buFont typeface="Arial" panose="020B0604020202020204" pitchFamily="34" charset="0"/>
              <a:buChar char="•"/>
            </a:pPr>
            <a:r>
              <a:rPr lang="en-IN" dirty="0"/>
              <a:t>Provide offer specifically for female gender and especially in month when female sales high</a:t>
            </a:r>
          </a:p>
          <a:p>
            <a:pPr marL="285750" indent="-285750">
              <a:buFont typeface="Arial" panose="020B0604020202020204" pitchFamily="34" charset="0"/>
              <a:buChar char="•"/>
            </a:pPr>
            <a:r>
              <a:rPr lang="en-IN" dirty="0"/>
              <a:t>Create policy in male high sale month  to attract male customer in other month to improve overall male customer sales</a:t>
            </a:r>
          </a:p>
          <a:p>
            <a:pPr marL="285750" indent="-285750">
              <a:buFont typeface="Arial" panose="020B0604020202020204" pitchFamily="34" charset="0"/>
              <a:buChar char="•"/>
            </a:pPr>
            <a:r>
              <a:rPr lang="en-IN" dirty="0"/>
              <a:t>Providing discount to normal customer in food and beverages product line so they come regularly for  purchasing food and beverages and become regular customer</a:t>
            </a:r>
          </a:p>
          <a:p>
            <a:pPr marL="285750" indent="-285750">
              <a:buFont typeface="Arial" panose="020B0604020202020204" pitchFamily="34" charset="0"/>
              <a:buChar char="•"/>
            </a:pPr>
            <a:r>
              <a:rPr lang="en-IN" dirty="0"/>
              <a:t>Provide offer to member customer to maintain them and attract normal customer by looking offers provided to  member customer</a:t>
            </a:r>
          </a:p>
          <a:p>
            <a:pPr marL="285750" indent="-285750">
              <a:buFont typeface="Arial" panose="020B0604020202020204" pitchFamily="34" charset="0"/>
              <a:buChar char="•"/>
            </a:pPr>
            <a:r>
              <a:rPr lang="en-IN" dirty="0"/>
              <a:t>For first three month there are high repeat orders so focus on applying different customer beneficial policy for these three month for overall improvement in business</a:t>
            </a:r>
          </a:p>
          <a:p>
            <a:pPr marL="285750" indent="-285750">
              <a:buFont typeface="Arial" panose="020B0604020202020204" pitchFamily="34" charset="0"/>
              <a:buChar char="•"/>
            </a:pPr>
            <a:r>
              <a:rPr lang="en-IN" dirty="0"/>
              <a:t>Providing goodies to  the top five customer by sales and focus on Tuesday which is market day giving high sale compare to other day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endParaRPr lang="en-IN" dirty="0"/>
          </a:p>
          <a:p>
            <a:endParaRPr lang="en-IN" dirty="0"/>
          </a:p>
        </p:txBody>
      </p:sp>
    </p:spTree>
    <p:extLst>
      <p:ext uri="{BB962C8B-B14F-4D97-AF65-F5344CB8AC3E}">
        <p14:creationId xmlns:p14="http://schemas.microsoft.com/office/powerpoint/2010/main" val="1725047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4783B2-8DFD-7CBE-5CC0-C79C3FE35FFC}"/>
              </a:ext>
            </a:extLst>
          </p:cNvPr>
          <p:cNvSpPr>
            <a:spLocks noGrp="1"/>
          </p:cNvSpPr>
          <p:nvPr>
            <p:ph idx="1"/>
          </p:nvPr>
        </p:nvSpPr>
        <p:spPr>
          <a:xfrm>
            <a:off x="71284" y="114812"/>
            <a:ext cx="10515600" cy="4351338"/>
          </a:xfrm>
        </p:spPr>
        <p:txBody>
          <a:bodyPr/>
          <a:lstStyle/>
          <a:p>
            <a:r>
              <a:rPr lang="en-IN" dirty="0"/>
              <a:t>Video Submission</a:t>
            </a:r>
          </a:p>
          <a:p>
            <a:endParaRPr lang="en-IN" dirty="0"/>
          </a:p>
          <a:p>
            <a:r>
              <a:rPr lang="en-IN" sz="2000" dirty="0"/>
              <a:t>Loom video link</a:t>
            </a:r>
          </a:p>
          <a:p>
            <a:r>
              <a:rPr lang="en-IN" sz="2000" dirty="0">
                <a:hlinkClick r:id="rId2"/>
              </a:rPr>
              <a:t>https://www.loom.com/share/ee000d2ac12446ec81134f676e03ef27?sid=c301bfe1-1ce3-4ae9-9e11-83b91faa846a</a:t>
            </a:r>
            <a:endParaRPr lang="en-IN" sz="2000" dirty="0"/>
          </a:p>
          <a:p>
            <a:endParaRPr lang="en-IN" sz="2500" dirty="0"/>
          </a:p>
          <a:p>
            <a:r>
              <a:rPr lang="en-IN" sz="2000" dirty="0"/>
              <a:t>OR</a:t>
            </a:r>
          </a:p>
          <a:p>
            <a:pPr marL="0" indent="0">
              <a:buNone/>
            </a:pPr>
            <a:endParaRPr lang="en-IN" sz="2000" dirty="0"/>
          </a:p>
          <a:p>
            <a:r>
              <a:rPr lang="en-IN" sz="2000" dirty="0"/>
              <a:t>Google drive link(screen recording of loom video)</a:t>
            </a:r>
          </a:p>
          <a:p>
            <a:r>
              <a:rPr lang="en-IN" sz="2000" dirty="0">
                <a:hlinkClick r:id="rId3"/>
              </a:rPr>
              <a:t>https://drive.google.com/file/d/1WUHYAXc1qr7K0ahu3r4-Rb62TmcwTITw/view?usp=sharing</a:t>
            </a:r>
            <a:endParaRPr lang="en-IN" sz="2000" dirty="0"/>
          </a:p>
          <a:p>
            <a:pPr marL="0" indent="0">
              <a:buNone/>
            </a:pPr>
            <a:endParaRPr lang="en-IN" sz="2000" dirty="0"/>
          </a:p>
        </p:txBody>
      </p:sp>
    </p:spTree>
    <p:extLst>
      <p:ext uri="{BB962C8B-B14F-4D97-AF65-F5344CB8AC3E}">
        <p14:creationId xmlns:p14="http://schemas.microsoft.com/office/powerpoint/2010/main" val="107545762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1594</TotalTime>
  <Words>2086</Words>
  <Application>Microsoft Office PowerPoint</Application>
  <PresentationFormat>Widescreen</PresentationFormat>
  <Paragraphs>908</Paragraphs>
  <Slides>16</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16</vt:i4>
      </vt:variant>
    </vt:vector>
  </HeadingPairs>
  <TitlesOfParts>
    <vt:vector size="24" baseType="lpstr">
      <vt:lpstr>Aptos</vt:lpstr>
      <vt:lpstr>Aptos Display</vt:lpstr>
      <vt:lpstr>Aptos Narrow</vt:lpstr>
      <vt:lpstr>Arial</vt:lpstr>
      <vt:lpstr>Times New Roman</vt:lpstr>
      <vt:lpstr>Tw Cen MT</vt:lpstr>
      <vt:lpstr>Circuit</vt:lpstr>
      <vt:lpstr>Office Theme</vt:lpstr>
      <vt:lpstr>SQL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Swapnil Ahire</dc:creator>
  <cp:lastModifiedBy>Swapnil Ahire</cp:lastModifiedBy>
  <cp:revision>3</cp:revision>
  <dcterms:created xsi:type="dcterms:W3CDTF">2025-05-26T11:05:17Z</dcterms:created>
  <dcterms:modified xsi:type="dcterms:W3CDTF">2025-05-30T08:25:40Z</dcterms:modified>
</cp:coreProperties>
</file>